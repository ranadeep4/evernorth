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_rels/presentation.xml.rels" ContentType="application/vnd.openxmlformats-package.relationships+xml"/>
  <Override PartName="/ppt/media/image1.png" ContentType="image/png"/>
  <Override PartName="/ppt/media/image2.jpeg" ContentType="image/jpeg"/>
  <Override PartName="/ppt/media/image3.jpeg" ContentType="image/jpeg"/>
  <Override PartName="/ppt/media/image4.jpeg" ContentType="image/jpeg"/>
  <Override PartName="/ppt/media/image5.png" ContentType="image/png"/>
  <Override PartName="/ppt/media/image6.jpeg" ContentType="image/jpeg"/>
  <Override PartName="/ppt/media/image9.png" ContentType="image/png"/>
  <Override PartName="/ppt/media/image11.jpeg" ContentType="image/jpeg"/>
  <Override PartName="/ppt/media/image7.png" ContentType="image/png"/>
  <Override PartName="/ppt/media/image8.png" ContentType="image/png"/>
  <Override PartName="/ppt/media/image10.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0" name="PlaceHolder 1"/>
          <p:cNvSpPr>
            <a:spLocks noGrp="1"/>
          </p:cNvSpPr>
          <p:nvPr>
            <p:ph type="body"/>
          </p:nvPr>
        </p:nvSpPr>
        <p:spPr>
          <a:xfrm>
            <a:off x="7200" y="-720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1" name="PlaceHolder 2"/>
          <p:cNvSpPr>
            <a:spLocks noGrp="1"/>
          </p:cNvSpPr>
          <p:nvPr>
            <p:ph type="title"/>
          </p:nvPr>
        </p:nvSpPr>
        <p:spPr>
          <a:xfrm>
            <a:off x="457200" y="2908440"/>
            <a:ext cx="3861720" cy="168552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953000"/>
            <a:ext cx="6575760" cy="799200"/>
          </a:xfrm>
          <a:prstGeom prst="rect">
            <a:avLst/>
          </a:prstGeom>
          <a:noFill/>
          <a:ln w="0">
            <a:noFill/>
          </a:ln>
        </p:spPr>
        <p:txBody>
          <a:bodyPr lIns="91440" rIns="91440" tIns="91440" bIns="91440" anchor="b">
            <a:noAutofit/>
          </a:bodyPr>
          <a:p>
            <a:pPr indent="0" algn="ctr">
              <a:lnSpc>
                <a:spcPct val="100000"/>
              </a:lnSpc>
              <a:buNone/>
            </a:pPr>
            <a:r>
              <a:rPr b="0" lang="fr-FR" sz="6000" strike="noStrike" u="none">
                <a:solidFill>
                  <a:schemeClr val="dk1"/>
                </a:solidFill>
                <a:effectLst/>
                <a:uFillTx/>
                <a:latin typeface="Aboreto"/>
                <a:ea typeface="Aboreto"/>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2_1">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3" name="Google Shape;48;p13"/>
          <p:cNvSpPr/>
          <p:nvPr/>
        </p:nvSpPr>
        <p:spPr>
          <a:xfrm>
            <a:off x="1912680" y="228600"/>
            <a:ext cx="7017480" cy="4686120"/>
          </a:xfrm>
          <a:prstGeom prst="roundRect">
            <a:avLst>
              <a:gd name="adj" fmla="val 16667"/>
            </a:avLst>
          </a:prstGeom>
          <a:gradFill rotWithShape="0">
            <a:gsLst>
              <a:gs pos="0">
                <a:srgbClr val="ffffff"/>
              </a:gs>
              <a:gs pos="100000">
                <a:srgbClr val="d9d9d9"/>
              </a:gs>
            </a:gsLst>
            <a:lin ang="81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 name="PlaceHolder 1"/>
          <p:cNvSpPr>
            <a:spLocks noGrp="1"/>
          </p:cNvSpPr>
          <p:nvPr>
            <p:ph type="body"/>
          </p:nvPr>
        </p:nvSpPr>
        <p:spPr>
          <a:xfrm>
            <a:off x="402480" y="316080"/>
            <a:ext cx="3006720" cy="4511160"/>
          </a:xfrm>
          <a:prstGeom prst="rect">
            <a:avLst/>
          </a:prstGeom>
          <a:noFill/>
          <a:ln w="0">
            <a:noFill/>
          </a:ln>
          <a:effectLst>
            <a:outerShdw dist="19080" dir="5400000" blurRad="57240" rotWithShape="0">
              <a:srgbClr val="000000">
                <a:alpha val="50000"/>
              </a:srgbClr>
            </a:outerShdw>
          </a:effectLst>
        </p:spPr>
        <p:txBody>
          <a:bodyPr lIns="90000" rIns="90000" tIns="45000" bIns="45000" anchor="t">
            <a:normAutofit fontScale="625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5" name="PlaceHolder 2"/>
          <p:cNvSpPr>
            <a:spLocks noGrp="1"/>
          </p:cNvSpPr>
          <p:nvPr>
            <p:ph type="title"/>
          </p:nvPr>
        </p:nvSpPr>
        <p:spPr>
          <a:xfrm>
            <a:off x="4156560" y="354600"/>
            <a:ext cx="416952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6" name="PlaceHolder 3"/>
          <p:cNvSpPr>
            <a:spLocks noGrp="1"/>
          </p:cNvSpPr>
          <p:nvPr>
            <p:ph type="title"/>
          </p:nvPr>
        </p:nvSpPr>
        <p:spPr>
          <a:xfrm>
            <a:off x="4180320" y="3891240"/>
            <a:ext cx="86400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7" name="PlaceHolder 4"/>
          <p:cNvSpPr>
            <a:spLocks noGrp="1"/>
          </p:cNvSpPr>
          <p:nvPr>
            <p:ph type="title"/>
          </p:nvPr>
        </p:nvSpPr>
        <p:spPr>
          <a:xfrm>
            <a:off x="4180320" y="2003760"/>
            <a:ext cx="86544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8" name="PlaceHolder 5"/>
          <p:cNvSpPr>
            <a:spLocks noGrp="1"/>
          </p:cNvSpPr>
          <p:nvPr>
            <p:ph type="title"/>
          </p:nvPr>
        </p:nvSpPr>
        <p:spPr>
          <a:xfrm>
            <a:off x="4180320" y="2633040"/>
            <a:ext cx="86544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9" name="PlaceHolder 6"/>
          <p:cNvSpPr>
            <a:spLocks noGrp="1"/>
          </p:cNvSpPr>
          <p:nvPr>
            <p:ph type="title"/>
          </p:nvPr>
        </p:nvSpPr>
        <p:spPr>
          <a:xfrm>
            <a:off x="4180320" y="3261960"/>
            <a:ext cx="86544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10" name="PlaceHolder 7"/>
          <p:cNvSpPr>
            <a:spLocks noGrp="1"/>
          </p:cNvSpPr>
          <p:nvPr>
            <p:ph type="title"/>
          </p:nvPr>
        </p:nvSpPr>
        <p:spPr>
          <a:xfrm>
            <a:off x="4180320" y="1374480"/>
            <a:ext cx="86544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11" name="Google Shape;62;p14"/>
          <p:cNvSpPr/>
          <p:nvPr/>
        </p:nvSpPr>
        <p:spPr>
          <a:xfrm>
            <a:off x="207360" y="164160"/>
            <a:ext cx="8728920" cy="4815000"/>
          </a:xfrm>
          <a:prstGeom prst="roundRect">
            <a:avLst>
              <a:gd name="adj" fmla="val 16667"/>
            </a:avLst>
          </a:prstGeom>
          <a:gradFill rotWithShape="0">
            <a:gsLst>
              <a:gs pos="0">
                <a:srgbClr val="ffffff"/>
              </a:gs>
              <a:gs pos="100000">
                <a:srgbClr val="d9d9d9"/>
              </a:gs>
            </a:gsLst>
            <a:lin ang="81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 name="PlaceHolder 1"/>
          <p:cNvSpPr>
            <a:spLocks noGrp="1"/>
          </p:cNvSpPr>
          <p:nvPr>
            <p:ph type="title"/>
          </p:nvPr>
        </p:nvSpPr>
        <p:spPr>
          <a:xfrm>
            <a:off x="527400" y="456480"/>
            <a:ext cx="5562360" cy="69804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14" name="Google Shape;66;p15"/>
          <p:cNvSpPr/>
          <p:nvPr/>
        </p:nvSpPr>
        <p:spPr>
          <a:xfrm>
            <a:off x="186120" y="164160"/>
            <a:ext cx="7980120" cy="4815000"/>
          </a:xfrm>
          <a:prstGeom prst="roundRect">
            <a:avLst>
              <a:gd name="adj" fmla="val 16667"/>
            </a:avLst>
          </a:prstGeom>
          <a:gradFill rotWithShape="0">
            <a:gsLst>
              <a:gs pos="0">
                <a:srgbClr val="ffffff"/>
              </a:gs>
              <a:gs pos="100000">
                <a:srgbClr val="d9d9d9"/>
              </a:gs>
            </a:gsLst>
            <a:lin ang="81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 name="PlaceHolder 1"/>
          <p:cNvSpPr>
            <a:spLocks noGrp="1"/>
          </p:cNvSpPr>
          <p:nvPr>
            <p:ph type="title"/>
          </p:nvPr>
        </p:nvSpPr>
        <p:spPr>
          <a:xfrm>
            <a:off x="565200" y="321840"/>
            <a:ext cx="4961520" cy="16981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16" name="PlaceHolder 2"/>
          <p:cNvSpPr>
            <a:spLocks noGrp="1"/>
          </p:cNvSpPr>
          <p:nvPr>
            <p:ph type="body"/>
          </p:nvPr>
        </p:nvSpPr>
        <p:spPr>
          <a:xfrm>
            <a:off x="1702800" y="2306880"/>
            <a:ext cx="3823920" cy="2513880"/>
          </a:xfrm>
          <a:prstGeom prst="rect">
            <a:avLst/>
          </a:prstGeom>
          <a:noFill/>
          <a:ln w="0">
            <a:noFill/>
          </a:ln>
        </p:spPr>
        <p:txBody>
          <a:bodyPr lIns="91440" rIns="91440" tIns="91440" bIns="91440" anchor="b">
            <a:noAutofit/>
          </a:bodyPr>
          <a:p>
            <a:pPr marL="432000" indent="-324000">
              <a:spcBef>
                <a:spcPts val="1417"/>
              </a:spcBef>
              <a:buClr>
                <a:srgbClr val="000000"/>
              </a:buClr>
              <a:buSzPct val="45000"/>
              <a:buFont typeface="Wingdings" charset="2"/>
              <a:buChar char=""/>
            </a:pPr>
            <a:r>
              <a:rPr b="0" lang="fr-FR" sz="1300" strike="noStrike" u="none">
                <a:solidFill>
                  <a:srgbClr val="000000"/>
                </a:solidFill>
                <a:effectLst/>
                <a:uFillTx/>
                <a:latin typeface="Arial"/>
              </a:rPr>
              <a:t>Click to edit the outline text format</a:t>
            </a:r>
            <a:endParaRPr b="0" lang="fr-FR"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300" strike="noStrike" u="none">
                <a:solidFill>
                  <a:srgbClr val="000000"/>
                </a:solidFill>
                <a:effectLst/>
                <a:uFillTx/>
                <a:latin typeface="Arial"/>
              </a:rPr>
              <a:t>Second Outline Level</a:t>
            </a:r>
            <a:endParaRPr b="0" lang="fr-FR"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300" strike="noStrike" u="none">
                <a:solidFill>
                  <a:srgbClr val="000000"/>
                </a:solidFill>
                <a:effectLst/>
                <a:uFillTx/>
                <a:latin typeface="Arial"/>
              </a:rPr>
              <a:t>Third Outline Level</a:t>
            </a:r>
            <a:endParaRPr b="0" lang="fr-FR"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300" strike="noStrike" u="none">
                <a:solidFill>
                  <a:srgbClr val="000000"/>
                </a:solidFill>
                <a:effectLst/>
                <a:uFillTx/>
                <a:latin typeface="Arial"/>
              </a:rPr>
              <a:t>Fourth Outline Level</a:t>
            </a:r>
            <a:endParaRPr b="0" lang="fr-FR"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300" strike="noStrike" u="none">
                <a:solidFill>
                  <a:srgbClr val="000000"/>
                </a:solidFill>
                <a:effectLst/>
                <a:uFillTx/>
                <a:latin typeface="Arial"/>
              </a:rPr>
              <a:t>Fifth Outline Level</a:t>
            </a:r>
            <a:endParaRPr b="0" lang="fr-FR"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300" strike="noStrike" u="none">
                <a:solidFill>
                  <a:srgbClr val="000000"/>
                </a:solidFill>
                <a:effectLst/>
                <a:uFillTx/>
                <a:latin typeface="Arial"/>
              </a:rPr>
              <a:t>Sixth Outline Level</a:t>
            </a:r>
            <a:endParaRPr b="0" lang="fr-FR"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300" strike="noStrike" u="none">
                <a:solidFill>
                  <a:srgbClr val="000000"/>
                </a:solidFill>
                <a:effectLst/>
                <a:uFillTx/>
                <a:latin typeface="Arial"/>
              </a:rPr>
              <a:t>Seventh Outline Level</a:t>
            </a:r>
            <a:endParaRPr b="0" lang="fr-FR" sz="1300" strike="noStrike" u="none">
              <a:solidFill>
                <a:srgbClr val="000000"/>
              </a:solidFill>
              <a:effectLst/>
              <a:uFillTx/>
              <a:latin typeface="Arial"/>
            </a:endParaRPr>
          </a:p>
        </p:txBody>
      </p:sp>
      <p:sp>
        <p:nvSpPr>
          <p:cNvPr id="17" name="PlaceHolder 3"/>
          <p:cNvSpPr>
            <a:spLocks noGrp="1"/>
          </p:cNvSpPr>
          <p:nvPr>
            <p:ph type="body"/>
          </p:nvPr>
        </p:nvSpPr>
        <p:spPr>
          <a:xfrm>
            <a:off x="5721120" y="279360"/>
            <a:ext cx="3055320" cy="4584240"/>
          </a:xfrm>
          <a:prstGeom prst="rect">
            <a:avLst/>
          </a:prstGeom>
          <a:noFill/>
          <a:ln w="0">
            <a:noFill/>
          </a:ln>
          <a:effectLst>
            <a:outerShdw dist="19080" dir="5400000" blurRad="57240" rotWithShape="0">
              <a:srgbClr val="000000">
                <a:alpha val="50000"/>
              </a:srgbClr>
            </a:outerShdw>
          </a:effectLst>
        </p:spPr>
        <p:txBody>
          <a:bodyPr lIns="90000" rIns="90000" tIns="45000" bIns="45000" anchor="t">
            <a:normAutofit fontScale="625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18" name="Google Shape;71;p16"/>
          <p:cNvSpPr/>
          <p:nvPr/>
        </p:nvSpPr>
        <p:spPr>
          <a:xfrm>
            <a:off x="207360" y="164160"/>
            <a:ext cx="8728920" cy="4815000"/>
          </a:xfrm>
          <a:prstGeom prst="roundRect">
            <a:avLst>
              <a:gd name="adj" fmla="val 16667"/>
            </a:avLst>
          </a:prstGeom>
          <a:gradFill rotWithShape="0">
            <a:gsLst>
              <a:gs pos="0">
                <a:srgbClr val="ffffff"/>
              </a:gs>
              <a:gs pos="100000">
                <a:srgbClr val="d9d9d9"/>
              </a:gs>
            </a:gsLst>
            <a:lin ang="81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 name="PlaceHolder 1"/>
          <p:cNvSpPr>
            <a:spLocks noGrp="1"/>
          </p:cNvSpPr>
          <p:nvPr>
            <p:ph type="title"/>
          </p:nvPr>
        </p:nvSpPr>
        <p:spPr>
          <a:xfrm>
            <a:off x="546840" y="32328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2">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21" name="Google Shape;76;p18"/>
          <p:cNvSpPr/>
          <p:nvPr/>
        </p:nvSpPr>
        <p:spPr>
          <a:xfrm flipH="1">
            <a:off x="206640" y="164160"/>
            <a:ext cx="8728920" cy="4815000"/>
          </a:xfrm>
          <a:prstGeom prst="roundRect">
            <a:avLst>
              <a:gd name="adj" fmla="val 16667"/>
            </a:avLst>
          </a:prstGeom>
          <a:gradFill rotWithShape="0">
            <a:gsLst>
              <a:gs pos="0">
                <a:srgbClr val="ffffff"/>
              </a:gs>
              <a:gs pos="100000">
                <a:srgbClr val="d9d9d9"/>
              </a:gs>
            </a:gsLst>
            <a:lin ang="26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 name="PlaceHolder 1"/>
          <p:cNvSpPr>
            <a:spLocks noGrp="1"/>
          </p:cNvSpPr>
          <p:nvPr>
            <p:ph type="title"/>
          </p:nvPr>
        </p:nvSpPr>
        <p:spPr>
          <a:xfrm>
            <a:off x="1992240" y="2691000"/>
            <a:ext cx="102636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23" name="PlaceHolder 2"/>
          <p:cNvSpPr>
            <a:spLocks noGrp="1"/>
          </p:cNvSpPr>
          <p:nvPr>
            <p:ph type="title"/>
          </p:nvPr>
        </p:nvSpPr>
        <p:spPr>
          <a:xfrm>
            <a:off x="2013840" y="1530000"/>
            <a:ext cx="98316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24" name="PlaceHolder 3"/>
          <p:cNvSpPr>
            <a:spLocks noGrp="1"/>
          </p:cNvSpPr>
          <p:nvPr>
            <p:ph type="title"/>
          </p:nvPr>
        </p:nvSpPr>
        <p:spPr>
          <a:xfrm>
            <a:off x="2013840" y="3852000"/>
            <a:ext cx="98316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25" name="PlaceHolder 4"/>
          <p:cNvSpPr>
            <a:spLocks noGrp="1"/>
          </p:cNvSpPr>
          <p:nvPr>
            <p:ph type="title"/>
          </p:nvPr>
        </p:nvSpPr>
        <p:spPr>
          <a:xfrm>
            <a:off x="559440" y="322920"/>
            <a:ext cx="83408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
    <p:bg>
      <p:bgPr>
        <a:gradFill rotWithShape="0">
          <a:gsLst>
            <a:gs pos="0">
              <a:srgbClr val="ffffff"/>
            </a:gs>
            <a:gs pos="100000">
              <a:srgbClr val="d9d9d9"/>
            </a:gs>
          </a:gsLst>
          <a:lin ang="8094000"/>
        </a:gradFill>
      </p:bgPr>
    </p:bg>
    <p:spTree>
      <p:nvGrpSpPr>
        <p:cNvPr id="1" name=""/>
        <p:cNvGrpSpPr/>
        <p:nvPr/>
      </p:nvGrpSpPr>
      <p:grpSpPr>
        <a:xfrm>
          <a:off x="0" y="0"/>
          <a:ext cx="0" cy="0"/>
          <a:chOff x="0" y="0"/>
          <a:chExt cx="0" cy="0"/>
        </a:xfrm>
      </p:grpSpPr>
      <p:sp>
        <p:nvSpPr>
          <p:cNvPr id="26" name="Google Shape;85;p19"/>
          <p:cNvSpPr/>
          <p:nvPr/>
        </p:nvSpPr>
        <p:spPr>
          <a:xfrm flipH="1">
            <a:off x="206640" y="164160"/>
            <a:ext cx="8728920" cy="4815000"/>
          </a:xfrm>
          <a:prstGeom prst="roundRect">
            <a:avLst>
              <a:gd name="adj" fmla="val 16667"/>
            </a:avLst>
          </a:prstGeom>
          <a:gradFill rotWithShape="0">
            <a:gsLst>
              <a:gs pos="0">
                <a:srgbClr val="ffffff"/>
              </a:gs>
              <a:gs pos="100000">
                <a:srgbClr val="d9d9d9"/>
              </a:gs>
            </a:gsLst>
            <a:lin ang="26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 name="PlaceHolder 1"/>
          <p:cNvSpPr>
            <a:spLocks noGrp="1"/>
          </p:cNvSpPr>
          <p:nvPr>
            <p:ph type="title"/>
          </p:nvPr>
        </p:nvSpPr>
        <p:spPr>
          <a:xfrm>
            <a:off x="562680" y="31932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28" name="PlaceHolder 2"/>
          <p:cNvSpPr>
            <a:spLocks noGrp="1"/>
          </p:cNvSpPr>
          <p:nvPr>
            <p:ph type="title"/>
          </p:nvPr>
        </p:nvSpPr>
        <p:spPr>
          <a:xfrm>
            <a:off x="6166440" y="3345120"/>
            <a:ext cx="86544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29" name="PlaceHolder 3"/>
          <p:cNvSpPr>
            <a:spLocks noGrp="1"/>
          </p:cNvSpPr>
          <p:nvPr>
            <p:ph type="title"/>
          </p:nvPr>
        </p:nvSpPr>
        <p:spPr>
          <a:xfrm>
            <a:off x="6170760" y="1488960"/>
            <a:ext cx="86544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30" name="PlaceHolder 4"/>
          <p:cNvSpPr>
            <a:spLocks noGrp="1"/>
          </p:cNvSpPr>
          <p:nvPr>
            <p:ph type="title"/>
          </p:nvPr>
        </p:nvSpPr>
        <p:spPr>
          <a:xfrm>
            <a:off x="3462480" y="1487880"/>
            <a:ext cx="86400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31" name="PlaceHolder 5"/>
          <p:cNvSpPr>
            <a:spLocks noGrp="1"/>
          </p:cNvSpPr>
          <p:nvPr>
            <p:ph type="title"/>
          </p:nvPr>
        </p:nvSpPr>
        <p:spPr>
          <a:xfrm>
            <a:off x="3461760" y="3345120"/>
            <a:ext cx="86544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32" name="PlaceHolder 6"/>
          <p:cNvSpPr>
            <a:spLocks noGrp="1"/>
          </p:cNvSpPr>
          <p:nvPr>
            <p:ph type="title"/>
          </p:nvPr>
        </p:nvSpPr>
        <p:spPr>
          <a:xfrm>
            <a:off x="837720" y="1488960"/>
            <a:ext cx="86544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
        <p:nvSpPr>
          <p:cNvPr id="33" name="PlaceHolder 7"/>
          <p:cNvSpPr>
            <a:spLocks noGrp="1"/>
          </p:cNvSpPr>
          <p:nvPr>
            <p:ph type="title"/>
          </p:nvPr>
        </p:nvSpPr>
        <p:spPr>
          <a:xfrm>
            <a:off x="837720" y="3345120"/>
            <a:ext cx="86544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1"/>
                </a:solidFill>
                <a:effectLst/>
                <a:uFillTx/>
                <a:latin typeface="Be Vietnam Pro Light"/>
                <a:ea typeface="Be Vietnam Pro Light"/>
              </a:rPr>
              <a:t>xx%</a:t>
            </a:r>
            <a:endParaRPr b="0" lang="fr-FR" sz="20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34" name="Google Shape;100;p20"/>
          <p:cNvSpPr/>
          <p:nvPr/>
        </p:nvSpPr>
        <p:spPr>
          <a:xfrm>
            <a:off x="207360" y="164160"/>
            <a:ext cx="8728920" cy="4815000"/>
          </a:xfrm>
          <a:prstGeom prst="roundRect">
            <a:avLst>
              <a:gd name="adj" fmla="val 16667"/>
            </a:avLst>
          </a:prstGeom>
          <a:gradFill rotWithShape="0">
            <a:gsLst>
              <a:gs pos="0">
                <a:srgbClr val="ffffff"/>
              </a:gs>
              <a:gs pos="100000">
                <a:srgbClr val="d9d9d9"/>
              </a:gs>
            </a:gsLst>
            <a:lin ang="81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5" name="PlaceHolder 1"/>
          <p:cNvSpPr>
            <a:spLocks noGrp="1"/>
          </p:cNvSpPr>
          <p:nvPr>
            <p:ph type="title"/>
          </p:nvPr>
        </p:nvSpPr>
        <p:spPr>
          <a:xfrm>
            <a:off x="665640" y="882360"/>
            <a:ext cx="4029120" cy="754560"/>
          </a:xfrm>
          <a:prstGeom prst="rect">
            <a:avLst/>
          </a:prstGeom>
          <a:noFill/>
          <a:ln w="0">
            <a:noFill/>
          </a:ln>
        </p:spPr>
        <p:txBody>
          <a:bodyPr lIns="91440" rIns="91440" tIns="91440" bIns="91440" anchor="b">
            <a:noAutofit/>
          </a:bodyPr>
          <a:p>
            <a:pPr indent="0">
              <a:lnSpc>
                <a:spcPct val="100000"/>
              </a:lnSpc>
              <a:buNone/>
            </a:pPr>
            <a:r>
              <a:rPr b="0" lang="fr-FR" sz="4500" strike="noStrike" u="none">
                <a:solidFill>
                  <a:schemeClr val="dk1"/>
                </a:solidFill>
                <a:effectLst/>
                <a:uFillTx/>
                <a:latin typeface="Aboreto"/>
                <a:ea typeface="Aboreto"/>
              </a:rPr>
              <a:t>xx%</a:t>
            </a:r>
            <a:endParaRPr b="0" lang="fr-FR" sz="4500" strike="noStrike" u="none">
              <a:solidFill>
                <a:schemeClr val="dk1"/>
              </a:solidFill>
              <a:effectLst/>
              <a:uFillTx/>
              <a:latin typeface="Arial"/>
            </a:endParaRPr>
          </a:p>
        </p:txBody>
      </p:sp>
      <p:sp>
        <p:nvSpPr>
          <p:cNvPr id="36" name="PlaceHolder 2"/>
          <p:cNvSpPr>
            <a:spLocks noGrp="1"/>
          </p:cNvSpPr>
          <p:nvPr>
            <p:ph type="title"/>
          </p:nvPr>
        </p:nvSpPr>
        <p:spPr>
          <a:xfrm>
            <a:off x="665640" y="2944800"/>
            <a:ext cx="4029120" cy="754560"/>
          </a:xfrm>
          <a:prstGeom prst="rect">
            <a:avLst/>
          </a:prstGeom>
          <a:noFill/>
          <a:ln w="0">
            <a:noFill/>
          </a:ln>
        </p:spPr>
        <p:txBody>
          <a:bodyPr lIns="91440" rIns="91440" tIns="91440" bIns="91440" anchor="b">
            <a:noAutofit/>
          </a:bodyPr>
          <a:p>
            <a:pPr indent="0">
              <a:lnSpc>
                <a:spcPct val="100000"/>
              </a:lnSpc>
              <a:buNone/>
            </a:pPr>
            <a:r>
              <a:rPr b="0" lang="fr-FR" sz="4500" strike="noStrike" u="none">
                <a:solidFill>
                  <a:schemeClr val="dk1"/>
                </a:solidFill>
                <a:effectLst/>
                <a:uFillTx/>
                <a:latin typeface="Aboreto"/>
                <a:ea typeface="Aboreto"/>
              </a:rPr>
              <a:t>xx%</a:t>
            </a:r>
            <a:endParaRPr b="0" lang="fr-FR" sz="4500" strike="noStrike" u="none">
              <a:solidFill>
                <a:schemeClr val="dk1"/>
              </a:solidFill>
              <a:effectLst/>
              <a:uFillTx/>
              <a:latin typeface="Arial"/>
            </a:endParaRPr>
          </a:p>
        </p:txBody>
      </p:sp>
      <p:sp>
        <p:nvSpPr>
          <p:cNvPr id="37" name="PlaceHolder 3"/>
          <p:cNvSpPr>
            <a:spLocks noGrp="1"/>
          </p:cNvSpPr>
          <p:nvPr>
            <p:ph type="body"/>
          </p:nvPr>
        </p:nvSpPr>
        <p:spPr>
          <a:xfrm>
            <a:off x="5780520" y="306720"/>
            <a:ext cx="2854800" cy="4529520"/>
          </a:xfrm>
          <a:prstGeom prst="rect">
            <a:avLst/>
          </a:prstGeom>
          <a:noFill/>
          <a:ln w="0">
            <a:noFill/>
          </a:ln>
          <a:effectLst>
            <a:outerShdw dist="19080" dir="5400000" blurRad="57240" rotWithShape="0">
              <a:srgbClr val="000000">
                <a:alpha val="50000"/>
              </a:srgbClr>
            </a:outerShdw>
          </a:effectLst>
        </p:spPr>
        <p:txBody>
          <a:bodyPr lIns="90000" rIns="90000" tIns="45000" bIns="45000" anchor="t">
            <a:normAutofit fontScale="475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38" name="PlaceHolder 1"/>
          <p:cNvSpPr>
            <a:spLocks noGrp="1"/>
          </p:cNvSpPr>
          <p:nvPr>
            <p:ph type="body"/>
          </p:nvPr>
        </p:nvSpPr>
        <p:spPr>
          <a:xfrm>
            <a:off x="-7560" y="-7560"/>
            <a:ext cx="9143640" cy="518796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39" name="PlaceHolder 2"/>
          <p:cNvSpPr>
            <a:spLocks noGrp="1"/>
          </p:cNvSpPr>
          <p:nvPr>
            <p:ph type="title"/>
          </p:nvPr>
        </p:nvSpPr>
        <p:spPr>
          <a:xfrm>
            <a:off x="504000" y="705240"/>
            <a:ext cx="3325680" cy="1059840"/>
          </a:xfrm>
          <a:prstGeom prst="rect">
            <a:avLst/>
          </a:prstGeom>
          <a:noFill/>
          <a:ln w="0">
            <a:noFill/>
          </a:ln>
        </p:spPr>
        <p:txBody>
          <a:bodyPr lIns="91440" rIns="91440" tIns="91440" bIns="91440" anchor="ctr">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sp>
        <p:nvSpPr>
          <p:cNvPr id="40" name="PlaceHolder 3"/>
          <p:cNvSpPr>
            <a:spLocks noGrp="1"/>
          </p:cNvSpPr>
          <p:nvPr>
            <p:ph type="title"/>
          </p:nvPr>
        </p:nvSpPr>
        <p:spPr>
          <a:xfrm>
            <a:off x="5761080" y="2996280"/>
            <a:ext cx="2287800" cy="786600"/>
          </a:xfrm>
          <a:prstGeom prst="rect">
            <a:avLst/>
          </a:prstGeom>
          <a:noFill/>
          <a:ln w="0">
            <a:noFill/>
          </a:ln>
        </p:spPr>
        <p:txBody>
          <a:bodyPr lIns="91440" rIns="91440" tIns="91440" bIns="91440" anchor="ctr">
            <a:noAutofit/>
          </a:bodyPr>
          <a:p>
            <a:pPr indent="0" algn="ctr">
              <a:lnSpc>
                <a:spcPct val="100000"/>
              </a:lnSpc>
              <a:buNone/>
            </a:pPr>
            <a:r>
              <a:rPr b="0" lang="fr-FR" sz="6000" strike="noStrike" u="none">
                <a:solidFill>
                  <a:schemeClr val="dk1"/>
                </a:solidFill>
                <a:effectLst/>
                <a:uFillTx/>
                <a:latin typeface="Be Vietnam Pro ExtraLight"/>
                <a:ea typeface="Be Vietnam Pro ExtraLight"/>
              </a:rPr>
              <a:t>xx%</a:t>
            </a:r>
            <a:endParaRPr b="0" lang="fr-FR" sz="60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gradFill rotWithShape="0">
          <a:gsLst>
            <a:gs pos="0">
              <a:srgbClr val="ffffff"/>
            </a:gs>
            <a:gs pos="100000">
              <a:srgbClr val="d9d9d9"/>
            </a:gs>
          </a:gsLst>
          <a:lin ang="8094000"/>
        </a:gradFill>
      </p:bgPr>
    </p:bg>
    <p:spTree>
      <p:nvGrpSpPr>
        <p:cNvPr id="1" name=""/>
        <p:cNvGrpSpPr/>
        <p:nvPr/>
      </p:nvGrpSpPr>
      <p:grpSpPr>
        <a:xfrm>
          <a:off x="0" y="0"/>
          <a:ext cx="0" cy="0"/>
          <a:chOff x="0" y="0"/>
          <a:chExt cx="0" cy="0"/>
        </a:xfrm>
      </p:grpSpPr>
      <p:sp>
        <p:nvSpPr>
          <p:cNvPr id="41" name="Google Shape;107;p21"/>
          <p:cNvSpPr/>
          <p:nvPr/>
        </p:nvSpPr>
        <p:spPr>
          <a:xfrm flipH="1">
            <a:off x="206640" y="164160"/>
            <a:ext cx="8728920" cy="4815000"/>
          </a:xfrm>
          <a:prstGeom prst="roundRect">
            <a:avLst>
              <a:gd name="adj" fmla="val 16667"/>
            </a:avLst>
          </a:prstGeom>
          <a:gradFill rotWithShape="0">
            <a:gsLst>
              <a:gs pos="0">
                <a:srgbClr val="ffffff"/>
              </a:gs>
              <a:gs pos="100000">
                <a:srgbClr val="d9d9d9"/>
              </a:gs>
            </a:gsLst>
            <a:lin ang="26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 name="PlaceHolder 1"/>
          <p:cNvSpPr>
            <a:spLocks noGrp="1"/>
          </p:cNvSpPr>
          <p:nvPr>
            <p:ph type="title"/>
          </p:nvPr>
        </p:nvSpPr>
        <p:spPr>
          <a:xfrm>
            <a:off x="665640" y="498960"/>
            <a:ext cx="5089680" cy="1058400"/>
          </a:xfrm>
          <a:prstGeom prst="rect">
            <a:avLst/>
          </a:prstGeom>
          <a:noFill/>
          <a:ln w="0">
            <a:noFill/>
          </a:ln>
        </p:spPr>
        <p:txBody>
          <a:bodyPr lIns="91440" rIns="91440" tIns="91440" bIns="91440" anchor="b">
            <a:noAutofit/>
          </a:bodyPr>
          <a:p>
            <a:pPr indent="0">
              <a:buNone/>
            </a:pPr>
            <a:r>
              <a:rPr b="0" lang="fr-FR" sz="4000" strike="noStrike" u="none">
                <a:solidFill>
                  <a:schemeClr val="dk1"/>
                </a:solidFill>
                <a:effectLst/>
                <a:uFillTx/>
                <a:latin typeface="Arial"/>
              </a:rPr>
              <a:t>Click to edit the title text format</a:t>
            </a:r>
            <a:endParaRPr b="0" lang="fr-FR" sz="4000" strike="noStrike" u="none">
              <a:solidFill>
                <a:schemeClr val="dk1"/>
              </a:solidFill>
              <a:effectLst/>
              <a:uFillTx/>
              <a:latin typeface="Arial"/>
            </a:endParaRPr>
          </a:p>
        </p:txBody>
      </p:sp>
      <p:sp>
        <p:nvSpPr>
          <p:cNvPr id="43" name="Google Shape;110;p21"/>
          <p:cNvSpPr/>
          <p:nvPr/>
        </p:nvSpPr>
        <p:spPr>
          <a:xfrm>
            <a:off x="5985000" y="3460320"/>
            <a:ext cx="2718720" cy="64476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r>
              <a:rPr b="1" lang="en" sz="1000" strike="noStrike" u="none">
                <a:solidFill>
                  <a:schemeClr val="dk1"/>
                </a:solidFill>
                <a:effectLst/>
                <a:uFillTx/>
                <a:latin typeface="Be Vietnam Pro"/>
                <a:ea typeface="Be Vietnam Pro"/>
              </a:rPr>
              <a:t>CREDITS:</a:t>
            </a:r>
            <a:r>
              <a:rPr b="0" lang="en" sz="1000" strike="noStrike" u="none">
                <a:solidFill>
                  <a:schemeClr val="dk1"/>
                </a:solidFill>
                <a:effectLst/>
                <a:uFillTx/>
                <a:latin typeface="Be Vietnam Pro"/>
                <a:ea typeface="Be Vietnam Pro"/>
              </a:rPr>
              <a:t> This presentation template was created by </a:t>
            </a:r>
            <a:r>
              <a:rPr b="1" lang="en" sz="1000" strike="noStrike" u="sng">
                <a:solidFill>
                  <a:schemeClr val="dk1"/>
                </a:solidFill>
                <a:effectLst/>
                <a:uFillTx/>
                <a:latin typeface="Be Vietnam Pro"/>
                <a:ea typeface="Be Vietnam Pro"/>
                <a:hlinkClick r:id="rId2"/>
              </a:rPr>
              <a:t>Slidesgo</a:t>
            </a:r>
            <a:r>
              <a:rPr b="0" lang="en" sz="1000" strike="noStrike" u="none">
                <a:solidFill>
                  <a:schemeClr val="dk1"/>
                </a:solidFill>
                <a:effectLst/>
                <a:uFillTx/>
                <a:latin typeface="Be Vietnam Pro"/>
                <a:ea typeface="Be Vietnam Pro"/>
              </a:rPr>
              <a:t>, and includes icons, infographics &amp; images by </a:t>
            </a:r>
            <a:r>
              <a:rPr b="1" lang="en" sz="1000" strike="noStrike" u="sng">
                <a:solidFill>
                  <a:schemeClr val="dk1"/>
                </a:solidFill>
                <a:effectLst/>
                <a:uFillTx/>
                <a:latin typeface="Be Vietnam Pro"/>
                <a:ea typeface="Be Vietnam Pro"/>
                <a:hlinkClick r:id="rId3"/>
              </a:rPr>
              <a:t>Freepik</a:t>
            </a:r>
            <a:r>
              <a:rPr b="0" lang="en" sz="1000" strike="noStrike" u="none">
                <a:solidFill>
                  <a:schemeClr val="dk1"/>
                </a:solidFill>
                <a:effectLst/>
                <a:uFillTx/>
                <a:latin typeface="Be Vietnam Pro"/>
                <a:ea typeface="Be Vietnam Pro"/>
              </a:rPr>
              <a:t> </a:t>
            </a:r>
            <a:endParaRPr b="0" lang="en-US" sz="1000" strike="noStrike" u="none">
              <a:solidFill>
                <a:srgbClr val="000000"/>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
    <p:bg>
      <p:bgPr>
        <a:gradFill rotWithShape="0">
          <a:gsLst>
            <a:gs pos="0">
              <a:srgbClr val="ffffff"/>
            </a:gs>
            <a:gs pos="100000">
              <a:srgbClr val="d9d9d9"/>
            </a:gs>
          </a:gsLst>
          <a:lin ang="8094000"/>
        </a:gradFill>
      </p:bgPr>
    </p:bg>
    <p:spTree>
      <p:nvGrpSpPr>
        <p:cNvPr id="1" name=""/>
        <p:cNvGrpSpPr/>
        <p:nvPr/>
      </p:nvGrpSpPr>
      <p:grpSpPr>
        <a:xfrm>
          <a:off x="0" y="0"/>
          <a:ext cx="0" cy="0"/>
          <a:chOff x="0" y="0"/>
          <a:chExt cx="0" cy="0"/>
        </a:xfrm>
      </p:grpSpPr>
      <p:sp>
        <p:nvSpPr>
          <p:cNvPr id="44" name="Google Shape;112;p22"/>
          <p:cNvSpPr/>
          <p:nvPr/>
        </p:nvSpPr>
        <p:spPr>
          <a:xfrm flipH="1">
            <a:off x="206640" y="164160"/>
            <a:ext cx="8728920" cy="4815000"/>
          </a:xfrm>
          <a:prstGeom prst="roundRect">
            <a:avLst>
              <a:gd name="adj" fmla="val 16667"/>
            </a:avLst>
          </a:prstGeom>
          <a:gradFill rotWithShape="0">
            <a:gsLst>
              <a:gs pos="0">
                <a:srgbClr val="ffffff"/>
              </a:gs>
              <a:gs pos="100000">
                <a:srgbClr val="d9d9d9"/>
              </a:gs>
            </a:gsLst>
            <a:lin ang="26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45" name="Google Shape;114;p23"/>
          <p:cNvSpPr/>
          <p:nvPr/>
        </p:nvSpPr>
        <p:spPr>
          <a:xfrm flipH="1">
            <a:off x="206640" y="164160"/>
            <a:ext cx="8728920" cy="4815000"/>
          </a:xfrm>
          <a:prstGeom prst="roundRect">
            <a:avLst>
              <a:gd name="adj" fmla="val 16667"/>
            </a:avLst>
          </a:prstGeom>
          <a:gradFill rotWithShape="0">
            <a:gsLst>
              <a:gs pos="0">
                <a:srgbClr val="ffffff"/>
              </a:gs>
              <a:gs pos="100000">
                <a:srgbClr val="d9d9d9"/>
              </a:gs>
            </a:gsLst>
            <a:lin ang="26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47" name="PlaceHolder 2"/>
          <p:cNvSpPr>
            <a:spLocks noGrp="1"/>
          </p:cNvSpPr>
          <p:nvPr>
            <p:ph type="body"/>
          </p:nvPr>
        </p:nvSpPr>
        <p:spPr>
          <a:xfrm>
            <a:off x="720000" y="1152360"/>
            <a:ext cx="770364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gradFill rotWithShape="0">
          <a:gsLst>
            <a:gs pos="0">
              <a:srgbClr val="ffffff"/>
            </a:gs>
            <a:gs pos="100000">
              <a:srgbClr val="d9d9d9"/>
            </a:gs>
          </a:gsLst>
          <a:lin ang="8094000"/>
        </a:gradFill>
      </p:bgPr>
    </p:bg>
    <p:spTree>
      <p:nvGrpSpPr>
        <p:cNvPr id="1" name=""/>
        <p:cNvGrpSpPr/>
        <p:nvPr/>
      </p:nvGrpSpPr>
      <p:grpSpPr>
        <a:xfrm>
          <a:off x="0" y="0"/>
          <a:ext cx="0" cy="0"/>
          <a:chOff x="0" y="0"/>
          <a:chExt cx="0" cy="0"/>
        </a:xfrm>
      </p:grpSpPr>
      <p:sp>
        <p:nvSpPr>
          <p:cNvPr id="48" name="Google Shape;21;p5"/>
          <p:cNvSpPr/>
          <p:nvPr/>
        </p:nvSpPr>
        <p:spPr>
          <a:xfrm flipH="1">
            <a:off x="206640" y="164160"/>
            <a:ext cx="8728920" cy="4815000"/>
          </a:xfrm>
          <a:prstGeom prst="roundRect">
            <a:avLst>
              <a:gd name="adj" fmla="val 16667"/>
            </a:avLst>
          </a:prstGeom>
          <a:gradFill rotWithShape="0">
            <a:gsLst>
              <a:gs pos="0">
                <a:srgbClr val="ffffff"/>
              </a:gs>
              <a:gs pos="100000">
                <a:srgbClr val="d9d9d9"/>
              </a:gs>
            </a:gsLst>
            <a:lin ang="26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9" name="PlaceHolder 1"/>
          <p:cNvSpPr>
            <a:spLocks noGrp="1"/>
          </p:cNvSpPr>
          <p:nvPr>
            <p:ph type="title"/>
          </p:nvPr>
        </p:nvSpPr>
        <p:spPr>
          <a:xfrm>
            <a:off x="566640" y="319680"/>
            <a:ext cx="834840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gradFill rotWithShape="0">
          <a:gsLst>
            <a:gs pos="0">
              <a:srgbClr val="ffffff"/>
            </a:gs>
            <a:gs pos="100000">
              <a:srgbClr val="d9d9d9"/>
            </a:gs>
          </a:gsLst>
          <a:lin ang="8094000"/>
        </a:gradFill>
      </p:bgPr>
    </p:bg>
    <p:spTree>
      <p:nvGrpSpPr>
        <p:cNvPr id="1" name=""/>
        <p:cNvGrpSpPr/>
        <p:nvPr/>
      </p:nvGrpSpPr>
      <p:grpSpPr>
        <a:xfrm>
          <a:off x="0" y="0"/>
          <a:ext cx="0" cy="0"/>
          <a:chOff x="0" y="0"/>
          <a:chExt cx="0" cy="0"/>
        </a:xfrm>
      </p:grpSpPr>
      <p:sp>
        <p:nvSpPr>
          <p:cNvPr id="50" name="Google Shape;28;p6"/>
          <p:cNvSpPr/>
          <p:nvPr/>
        </p:nvSpPr>
        <p:spPr>
          <a:xfrm flipH="1">
            <a:off x="206640" y="164160"/>
            <a:ext cx="8728920" cy="4815000"/>
          </a:xfrm>
          <a:prstGeom prst="roundRect">
            <a:avLst>
              <a:gd name="adj" fmla="val 16667"/>
            </a:avLst>
          </a:prstGeom>
          <a:gradFill rotWithShape="0">
            <a:gsLst>
              <a:gs pos="0">
                <a:srgbClr val="ffffff"/>
              </a:gs>
              <a:gs pos="100000">
                <a:srgbClr val="d9d9d9"/>
              </a:gs>
            </a:gsLst>
            <a:lin ang="26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 name="PlaceHolder 1"/>
          <p:cNvSpPr>
            <a:spLocks noGrp="1"/>
          </p:cNvSpPr>
          <p:nvPr>
            <p:ph type="title"/>
          </p:nvPr>
        </p:nvSpPr>
        <p:spPr>
          <a:xfrm>
            <a:off x="527040" y="2955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5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228600" y="228600"/>
            <a:ext cx="3998160" cy="1445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54" name="PlaceHolder 2"/>
          <p:cNvSpPr>
            <a:spLocks noGrp="1"/>
          </p:cNvSpPr>
          <p:nvPr>
            <p:ph type="body"/>
          </p:nvPr>
        </p:nvSpPr>
        <p:spPr>
          <a:xfrm>
            <a:off x="1609560" y="2066040"/>
            <a:ext cx="3823920" cy="25322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
        <p:nvSpPr>
          <p:cNvPr id="55" name="PlaceHolder 3"/>
          <p:cNvSpPr>
            <a:spLocks noGrp="1"/>
          </p:cNvSpPr>
          <p:nvPr>
            <p:ph type="body"/>
          </p:nvPr>
        </p:nvSpPr>
        <p:spPr>
          <a:xfrm>
            <a:off x="5715720" y="0"/>
            <a:ext cx="3427920" cy="5143320"/>
          </a:xfrm>
          <a:prstGeom prst="rect">
            <a:avLst/>
          </a:prstGeom>
          <a:noFill/>
          <a:ln w="0">
            <a:noFill/>
          </a:ln>
        </p:spPr>
        <p:txBody>
          <a:bodyPr lIns="90000" rIns="90000" tIns="45000" bIns="45000" anchor="t">
            <a:normAutofit lnSpcReduction="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1388160" y="1307160"/>
            <a:ext cx="636732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gradFill rotWithShape="0">
          <a:gsLst>
            <a:gs pos="0">
              <a:srgbClr val="ffffff"/>
            </a:gs>
            <a:gs pos="100000">
              <a:srgbClr val="d9d9d9"/>
            </a:gs>
          </a:gsLst>
          <a:lin ang="18900000"/>
        </a:gradFill>
      </p:bgPr>
    </p:bg>
    <p:spTree>
      <p:nvGrpSpPr>
        <p:cNvPr id="1" name=""/>
        <p:cNvGrpSpPr/>
        <p:nvPr/>
      </p:nvGrpSpPr>
      <p:grpSpPr>
        <a:xfrm>
          <a:off x="0" y="0"/>
          <a:ext cx="0" cy="0"/>
          <a:chOff x="0" y="0"/>
          <a:chExt cx="0" cy="0"/>
        </a:xfrm>
      </p:grpSpPr>
      <p:sp>
        <p:nvSpPr>
          <p:cNvPr id="58"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59" name="PlaceHolder 2"/>
          <p:cNvSpPr>
            <a:spLocks noGrp="1"/>
          </p:cNvSpPr>
          <p:nvPr>
            <p:ph type="title"/>
          </p:nvPr>
        </p:nvSpPr>
        <p:spPr>
          <a:xfrm>
            <a:off x="2782080" y="4323960"/>
            <a:ext cx="3658320" cy="365040"/>
          </a:xfrm>
          <a:prstGeom prst="rect">
            <a:avLst/>
          </a:prstGeom>
          <a:noFill/>
          <a:ln w="0">
            <a:noFill/>
          </a:ln>
        </p:spPr>
        <p:txBody>
          <a:bodyPr lIns="91440" rIns="91440" tIns="91440" bIns="91440" anchor="t">
            <a:noAutofit/>
          </a:bodyPr>
          <a:p>
            <a:pPr indent="0">
              <a:buNone/>
            </a:pPr>
            <a:r>
              <a:rPr b="0" lang="fr-FR" sz="1200" strike="noStrike" u="none">
                <a:solidFill>
                  <a:schemeClr val="dk1"/>
                </a:solidFill>
                <a:effectLst/>
                <a:uFillTx/>
                <a:latin typeface="Arial"/>
              </a:rPr>
              <a:t>Click to edit the title text format</a:t>
            </a:r>
            <a:endParaRPr b="0" lang="fr-FR" sz="1200" strike="noStrike" u="non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60" name="Google Shape;120;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1"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62" name="Google Shape;123;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3"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64"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2"/>
    <p:sldLayoutId id="2147483673" r:id="rId3"/>
    <p:sldLayoutId id="2147483674"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0.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8.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9.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Placeholder for pic" descr=""/>
          <p:cNvPicPr/>
          <p:nvPr/>
        </p:nvPicPr>
        <p:blipFill>
          <a:blip r:embed="rId1"/>
          <a:stretch/>
        </p:blipFill>
        <p:spPr>
          <a:xfrm>
            <a:off x="9360" y="-9360"/>
            <a:ext cx="9143640" cy="5143320"/>
          </a:xfrm>
          <a:prstGeom prst="rect">
            <a:avLst/>
          </a:prstGeom>
          <a:noFill/>
          <a:ln w="0">
            <a:noFill/>
          </a:ln>
        </p:spPr>
      </p:pic>
      <p:pic>
        <p:nvPicPr>
          <p:cNvPr id="66" name="Google Shape;131;p28" descr=""/>
          <p:cNvPicPr/>
          <p:nvPr/>
        </p:nvPicPr>
        <p:blipFill>
          <a:blip r:embed="rId2"/>
          <a:srcRect l="0" t="2333" r="0" b="13494"/>
          <a:stretch/>
        </p:blipFill>
        <p:spPr>
          <a:xfrm>
            <a:off x="0" y="6840"/>
            <a:ext cx="9143640" cy="5129640"/>
          </a:xfrm>
          <a:prstGeom prst="rect">
            <a:avLst/>
          </a:prstGeom>
          <a:noFill/>
          <a:ln w="0">
            <a:noFill/>
          </a:ln>
        </p:spPr>
      </p:pic>
      <p:sp>
        <p:nvSpPr>
          <p:cNvPr id="67" name="Google Shape;132;p28"/>
          <p:cNvSpPr/>
          <p:nvPr/>
        </p:nvSpPr>
        <p:spPr>
          <a:xfrm>
            <a:off x="7200" y="0"/>
            <a:ext cx="9143640" cy="5143320"/>
          </a:xfrm>
          <a:custGeom>
            <a:avLst/>
            <a:gdLst>
              <a:gd name="textAreaLeft" fmla="*/ 0 w 9143640"/>
              <a:gd name="textAreaRight" fmla="*/ 9144000 w 9143640"/>
              <a:gd name="textAreaTop" fmla="*/ 0 h 5143320"/>
              <a:gd name="textAreaBottom" fmla="*/ 5143680 h 5143320"/>
            </a:gdLst>
            <a:ahLst/>
            <a:cxnLst/>
            <a:rect l="textAreaLeft" t="textAreaTop" r="textAreaRight" b="textAreaBottom"/>
            <a:pathLst>
              <a:path w="12192000" h="6858000">
                <a:moveTo>
                  <a:pt x="0" y="0"/>
                </a:moveTo>
                <a:lnTo>
                  <a:pt x="0" y="6858000"/>
                </a:lnTo>
                <a:lnTo>
                  <a:pt x="12192000" y="6858000"/>
                </a:lnTo>
                <a:lnTo>
                  <a:pt x="12192000" y="0"/>
                </a:lnTo>
                <a:lnTo>
                  <a:pt x="0" y="0"/>
                </a:lnTo>
                <a:close/>
                <a:moveTo>
                  <a:pt x="11510645" y="4334320"/>
                </a:moveTo>
                <a:cubicBezTo>
                  <a:pt x="11510645" y="4476496"/>
                  <a:pt x="11395393" y="4591749"/>
                  <a:pt x="11253216" y="4591749"/>
                </a:cubicBezTo>
                <a:lnTo>
                  <a:pt x="8821483" y="4591749"/>
                </a:lnTo>
                <a:cubicBezTo>
                  <a:pt x="8679307" y="4591749"/>
                  <a:pt x="8564055" y="4707001"/>
                  <a:pt x="8564055" y="4849178"/>
                </a:cubicBezTo>
                <a:lnTo>
                  <a:pt x="8564055" y="6057202"/>
                </a:lnTo>
                <a:cubicBezTo>
                  <a:pt x="8564055" y="6199378"/>
                  <a:pt x="8448802" y="6314631"/>
                  <a:pt x="8306626" y="6314631"/>
                </a:cubicBezTo>
                <a:lnTo>
                  <a:pt x="6096000" y="6314631"/>
                </a:lnTo>
                <a:cubicBezTo>
                  <a:pt x="5953824" y="6314631"/>
                  <a:pt x="5838571" y="6199378"/>
                  <a:pt x="5838571" y="6057202"/>
                </a:cubicBezTo>
                <a:lnTo>
                  <a:pt x="5838571" y="3888105"/>
                </a:lnTo>
                <a:cubicBezTo>
                  <a:pt x="5838571" y="3745928"/>
                  <a:pt x="5723319" y="3630676"/>
                  <a:pt x="5581142" y="3630676"/>
                </a:cubicBezTo>
                <a:lnTo>
                  <a:pt x="3822002" y="3630676"/>
                </a:lnTo>
                <a:cubicBezTo>
                  <a:pt x="3679825" y="3630676"/>
                  <a:pt x="3564572" y="3515424"/>
                  <a:pt x="3564572" y="3373247"/>
                </a:cubicBezTo>
                <a:lnTo>
                  <a:pt x="3564572" y="3270250"/>
                </a:lnTo>
                <a:cubicBezTo>
                  <a:pt x="3564572" y="3128074"/>
                  <a:pt x="3449320" y="3012821"/>
                  <a:pt x="3307144" y="3012821"/>
                </a:cubicBezTo>
                <a:lnTo>
                  <a:pt x="938784" y="3012821"/>
                </a:lnTo>
                <a:cubicBezTo>
                  <a:pt x="796608" y="3012821"/>
                  <a:pt x="681355" y="2897569"/>
                  <a:pt x="681355" y="2755392"/>
                </a:cubicBezTo>
                <a:lnTo>
                  <a:pt x="681355" y="1390968"/>
                </a:lnTo>
                <a:cubicBezTo>
                  <a:pt x="681355" y="1248791"/>
                  <a:pt x="796608" y="1133539"/>
                  <a:pt x="938784" y="1133539"/>
                </a:cubicBezTo>
                <a:lnTo>
                  <a:pt x="3307144" y="1133539"/>
                </a:lnTo>
                <a:cubicBezTo>
                  <a:pt x="3449320" y="1133539"/>
                  <a:pt x="3564572" y="1145286"/>
                  <a:pt x="3564572" y="1003110"/>
                </a:cubicBezTo>
                <a:lnTo>
                  <a:pt x="3564572" y="771462"/>
                </a:lnTo>
                <a:cubicBezTo>
                  <a:pt x="3564572" y="629285"/>
                  <a:pt x="3679825" y="514032"/>
                  <a:pt x="3822002" y="514032"/>
                </a:cubicBezTo>
                <a:lnTo>
                  <a:pt x="8747569" y="514032"/>
                </a:lnTo>
                <a:cubicBezTo>
                  <a:pt x="8889746" y="514032"/>
                  <a:pt x="9004998" y="629285"/>
                  <a:pt x="9004998" y="771462"/>
                </a:cubicBezTo>
                <a:lnTo>
                  <a:pt x="9004998" y="1131824"/>
                </a:lnTo>
                <a:cubicBezTo>
                  <a:pt x="9004998" y="1274001"/>
                  <a:pt x="9120251" y="1262253"/>
                  <a:pt x="9262428" y="1262253"/>
                </a:cubicBezTo>
                <a:lnTo>
                  <a:pt x="11253216" y="1262253"/>
                </a:lnTo>
                <a:cubicBezTo>
                  <a:pt x="11395393" y="1262253"/>
                  <a:pt x="11510645" y="1377506"/>
                  <a:pt x="11510645" y="1519682"/>
                </a:cubicBezTo>
                <a:lnTo>
                  <a:pt x="11510645" y="4334320"/>
                </a:lnTo>
                <a:close/>
              </a:path>
            </a:pathLst>
          </a:custGeom>
          <a:gradFill rotWithShape="0">
            <a:gsLst>
              <a:gs pos="0">
                <a:srgbClr val="ffffff"/>
              </a:gs>
              <a:gs pos="100000">
                <a:srgbClr val="d9d9d9"/>
              </a:gs>
            </a:gsLst>
            <a:lin ang="18900000"/>
          </a:gradFill>
          <a:ln w="0">
            <a:noFill/>
          </a:ln>
          <a:effectLst>
            <a:outerShdw algn="bl" blurRad="57240" dir="5400000" dist="19080" rotWithShape="0">
              <a:srgbClr val="000000">
                <a:alpha val="50000"/>
              </a:srgbClr>
            </a:outerShdw>
          </a:effectLst>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 name="PlaceHolder 1"/>
          <p:cNvSpPr>
            <a:spLocks noGrp="1"/>
          </p:cNvSpPr>
          <p:nvPr>
            <p:ph type="title"/>
          </p:nvPr>
        </p:nvSpPr>
        <p:spPr>
          <a:xfrm>
            <a:off x="457200" y="2905200"/>
            <a:ext cx="3857400" cy="1685520"/>
          </a:xfrm>
          <a:prstGeom prst="rect">
            <a:avLst/>
          </a:prstGeom>
          <a:noFill/>
          <a:ln w="0">
            <a:noFill/>
          </a:ln>
        </p:spPr>
        <p:txBody>
          <a:bodyPr lIns="91440" rIns="91440" tIns="91440" bIns="91440" anchor="b">
            <a:normAutofit/>
          </a:bodyPr>
          <a:p>
            <a:pPr indent="0">
              <a:lnSpc>
                <a:spcPct val="80000"/>
              </a:lnSpc>
              <a:buNone/>
              <a:tabLst>
                <a:tab algn="l" pos="0"/>
              </a:tabLst>
            </a:pPr>
            <a:r>
              <a:rPr b="0" lang="en-US" sz="6000" strike="noStrike" u="none">
                <a:solidFill>
                  <a:schemeClr val="dk1"/>
                </a:solidFill>
                <a:effectLst/>
                <a:uFillTx/>
                <a:latin typeface="Aboreto"/>
                <a:ea typeface="Aboreto"/>
              </a:rPr>
              <a:t>Training Overview</a:t>
            </a:r>
            <a:endParaRPr b="0" lang="fr-FR" sz="6000" strike="noStrike" u="none">
              <a:solidFill>
                <a:schemeClr val="dk1"/>
              </a:solidFill>
              <a:effectLst/>
              <a:uFillTx/>
              <a:latin typeface="Arial"/>
            </a:endParaRPr>
          </a:p>
        </p:txBody>
      </p:sp>
      <p:sp>
        <p:nvSpPr>
          <p:cNvPr id="69" name="PlaceHolder 2"/>
          <p:cNvSpPr>
            <a:spLocks noGrp="1"/>
          </p:cNvSpPr>
          <p:nvPr>
            <p:ph type="subTitle"/>
          </p:nvPr>
        </p:nvSpPr>
        <p:spPr>
          <a:xfrm>
            <a:off x="6620040" y="3772080"/>
            <a:ext cx="1866600" cy="713880"/>
          </a:xfrm>
          <a:prstGeom prst="rect">
            <a:avLst/>
          </a:prstGeom>
          <a:noFill/>
          <a:ln w="0">
            <a:noFill/>
          </a:ln>
        </p:spPr>
        <p:txBody>
          <a:bodyPr lIns="91440" rIns="91440" tIns="91440" bIns="91440" anchor="t">
            <a:normAutofit fontScale="77500" lnSpcReduction="19999"/>
          </a:bodyPr>
          <a:p>
            <a:pPr indent="0">
              <a:lnSpc>
                <a:spcPct val="100000"/>
              </a:lnSpc>
              <a:buNone/>
              <a:tabLst>
                <a:tab algn="l" pos="0"/>
              </a:tabLst>
            </a:pPr>
            <a:r>
              <a:rPr b="0" lang="en-US" sz="1800" strike="noStrike" u="none">
                <a:solidFill>
                  <a:schemeClr val="dk1"/>
                </a:solidFill>
                <a:effectLst/>
                <a:uFillTx/>
                <a:latin typeface="Akatab"/>
                <a:ea typeface="Akatab"/>
              </a:rPr>
              <a:t>Review of Key Automation Concepts and Practices</a:t>
            </a:r>
            <a:endParaRPr b="0" lang="en-US" sz="1800" strike="noStrike" u="none">
              <a:solidFill>
                <a:srgbClr val="000000"/>
              </a:solidFill>
              <a:effectLst/>
              <a:uFillTx/>
              <a:latin typeface="OpenSymbol"/>
            </a:endParaRPr>
          </a:p>
        </p:txBody>
      </p:sp>
      <p:sp>
        <p:nvSpPr>
          <p:cNvPr id="70" name="Google Shape;135;p28"/>
          <p:cNvSpPr/>
          <p:nvPr/>
        </p:nvSpPr>
        <p:spPr>
          <a:xfrm>
            <a:off x="6943680" y="361800"/>
            <a:ext cx="1723680" cy="380520"/>
          </a:xfrm>
          <a:prstGeom prst="rect">
            <a:avLst/>
          </a:prstGeom>
          <a:noFill/>
          <a:ln w="0">
            <a:noFill/>
          </a:ln>
        </p:spPr>
        <p:style>
          <a:lnRef idx="0"/>
          <a:fillRef idx="0"/>
          <a:effectRef idx="0"/>
          <a:fontRef idx="minor"/>
        </p:style>
        <p:txBody>
          <a:bodyPr lIns="0" rIns="0" tIns="0" bIns="0" anchor="t">
            <a:normAutofit/>
          </a:bodyPr>
          <a:p>
            <a:pPr algn="ctr" defTabSz="914400">
              <a:lnSpc>
                <a:spcPct val="100000"/>
              </a:lnSpc>
              <a:tabLst>
                <a:tab algn="l" pos="0"/>
              </a:tabLst>
            </a:pPr>
            <a:r>
              <a:rPr b="0" lang="en" sz="1800" strike="noStrike" u="none">
                <a:solidFill>
                  <a:schemeClr val="dk1"/>
                </a:solidFill>
                <a:effectLst/>
                <a:uFillTx/>
                <a:latin typeface="Arial"/>
              </a:rPr>
              <a:t>Start here</a:t>
            </a:r>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Google Shape;202;p31" title="futuristic-fantasy-scene-with-abstract-costume (2).jpg"/>
          <p:cNvSpPr/>
          <p:nvPr/>
        </p:nvSpPr>
        <p:spPr>
          <a:xfrm>
            <a:off x="5721120" y="279360"/>
            <a:ext cx="3055320" cy="4584240"/>
          </a:xfrm>
          <a:prstGeom prst="roundRect">
            <a:avLst>
              <a:gd name="adj" fmla="val 7585"/>
            </a:avLst>
          </a:prstGeom>
          <a:blipFill rotWithShape="0">
            <a:blip r:embed="rId1"/>
            <a:srcRect/>
            <a:stretch/>
          </a:blipFill>
          <a:ln w="0">
            <a:noFill/>
          </a:ln>
          <a:effectLst>
            <a:outerShdw algn="bl" blurRad="57240" dir="5400000" dist="19080" rotWithShape="0">
              <a:srgbClr val="000000">
                <a:alpha val="50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
        <p:nvSpPr>
          <p:cNvPr id="72" name="PlaceHolder 1"/>
          <p:cNvSpPr>
            <a:spLocks noGrp="1"/>
          </p:cNvSpPr>
          <p:nvPr>
            <p:ph type="title"/>
          </p:nvPr>
        </p:nvSpPr>
        <p:spPr>
          <a:xfrm>
            <a:off x="561960" y="324000"/>
            <a:ext cx="4962240" cy="1695240"/>
          </a:xfrm>
          <a:prstGeom prst="rect">
            <a:avLst/>
          </a:prstGeom>
          <a:noFill/>
          <a:ln w="0">
            <a:noFill/>
          </a:ln>
        </p:spPr>
        <p:txBody>
          <a:bodyPr lIns="91440" rIns="91440" tIns="91440" bIns="91440" anchor="t">
            <a:normAutofit/>
          </a:bodyPr>
          <a:p>
            <a:pPr indent="0">
              <a:lnSpc>
                <a:spcPct val="100000"/>
              </a:lnSpc>
              <a:buNone/>
              <a:tabLst>
                <a:tab algn="l" pos="0"/>
              </a:tabLst>
            </a:pPr>
            <a:r>
              <a:rPr b="0" lang="en-US" sz="2600" strike="noStrike" u="none">
                <a:solidFill>
                  <a:schemeClr val="dk1"/>
                </a:solidFill>
                <a:effectLst/>
                <a:uFillTx/>
                <a:latin typeface="Aboreto"/>
                <a:ea typeface="Aboreto"/>
              </a:rPr>
              <a:t>Introduction</a:t>
            </a:r>
            <a:endParaRPr b="0" lang="fr-FR" sz="2600" strike="noStrike" u="none">
              <a:solidFill>
                <a:schemeClr val="dk1"/>
              </a:solidFill>
              <a:effectLst/>
              <a:uFillTx/>
              <a:latin typeface="Arial"/>
            </a:endParaRPr>
          </a:p>
        </p:txBody>
      </p:sp>
      <p:sp>
        <p:nvSpPr>
          <p:cNvPr id="73" name="PlaceHolder 2"/>
          <p:cNvSpPr>
            <a:spLocks noGrp="1"/>
          </p:cNvSpPr>
          <p:nvPr>
            <p:ph/>
          </p:nvPr>
        </p:nvSpPr>
        <p:spPr>
          <a:xfrm>
            <a:off x="1704960" y="2305080"/>
            <a:ext cx="3819240" cy="2514240"/>
          </a:xfrm>
          <a:prstGeom prst="rect">
            <a:avLst/>
          </a:prstGeom>
          <a:noFill/>
          <a:ln w="0">
            <a:noFill/>
          </a:ln>
        </p:spPr>
        <p:txBody>
          <a:bodyPr lIns="91440" rIns="91440" tIns="91440" bIns="91440" anchor="b">
            <a:normAutofit/>
          </a:bodyPr>
          <a:p>
            <a:pPr indent="0">
              <a:lnSpc>
                <a:spcPct val="150000"/>
              </a:lnSpc>
              <a:buNone/>
              <a:tabLst>
                <a:tab algn="l" pos="0"/>
              </a:tabLst>
            </a:pPr>
            <a:r>
              <a:rPr b="0" lang="en-US" sz="1300" strike="noStrike" u="none">
                <a:solidFill>
                  <a:schemeClr val="dk1"/>
                </a:solidFill>
                <a:effectLst/>
                <a:uFillTx/>
                <a:latin typeface="Be Vietnam Pro Light"/>
                <a:ea typeface="Be Vietnam Pro Light"/>
              </a:rPr>
              <a:t>This presentation outlines the comprehensive skills and knowledge gained in the training, covering JavaScript fundamentals and modern test automation frameworks. It highlights practical approaches for writing maintainable tests, handling asynchronous operations, and leveraging effective tools like Playwright and Cypress for robust test automation.</a:t>
            </a:r>
            <a:endParaRPr b="0" lang="fr-FR"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 name="Google Shape;209;p32" descr=""/>
          <p:cNvPicPr/>
          <p:nvPr/>
        </p:nvPicPr>
        <p:blipFill>
          <a:blip r:embed="rId1"/>
          <a:srcRect l="603" t="0" r="603" b="0"/>
          <a:stretch/>
        </p:blipFill>
        <p:spPr>
          <a:xfrm>
            <a:off x="-7560" y="-7560"/>
            <a:ext cx="9143640" cy="5187960"/>
          </a:xfrm>
          <a:prstGeom prst="rect">
            <a:avLst/>
          </a:prstGeom>
          <a:noFill/>
          <a:ln w="0">
            <a:noFill/>
          </a:ln>
        </p:spPr>
      </p:pic>
      <p:sp>
        <p:nvSpPr>
          <p:cNvPr id="75" name="Google Shape;210;p32"/>
          <p:cNvSpPr/>
          <p:nvPr/>
        </p:nvSpPr>
        <p:spPr>
          <a:xfrm>
            <a:off x="0" y="-10800"/>
            <a:ext cx="9143640" cy="5194440"/>
          </a:xfrm>
          <a:custGeom>
            <a:avLst/>
            <a:gdLst>
              <a:gd name="textAreaLeft" fmla="*/ 0 w 9143640"/>
              <a:gd name="textAreaRight" fmla="*/ 9144000 w 9143640"/>
              <a:gd name="textAreaTop" fmla="*/ 0 h 5194440"/>
              <a:gd name="textAreaBottom" fmla="*/ 5194800 h 5194440"/>
            </a:gdLst>
            <a:ahLst/>
            <a:cxnLst/>
            <a:rect l="textAreaLeft" t="textAreaTop" r="textAreaRight" b="textAreaBottom"/>
            <a:pathLst>
              <a:path w="12192000" h="6858000">
                <a:moveTo>
                  <a:pt x="0" y="0"/>
                </a:moveTo>
                <a:lnTo>
                  <a:pt x="0" y="6858000"/>
                </a:lnTo>
                <a:lnTo>
                  <a:pt x="12192000" y="6858000"/>
                </a:lnTo>
                <a:lnTo>
                  <a:pt x="12192000" y="0"/>
                </a:lnTo>
                <a:lnTo>
                  <a:pt x="0" y="0"/>
                </a:lnTo>
                <a:close/>
                <a:moveTo>
                  <a:pt x="11394757" y="3293936"/>
                </a:moveTo>
                <a:cubicBezTo>
                  <a:pt x="11394757" y="3459290"/>
                  <a:pt x="11260709" y="3593338"/>
                  <a:pt x="11095355" y="3593338"/>
                </a:cubicBezTo>
                <a:lnTo>
                  <a:pt x="7411339" y="3593338"/>
                </a:lnTo>
                <a:cubicBezTo>
                  <a:pt x="7245985" y="3593338"/>
                  <a:pt x="7111937" y="3727387"/>
                  <a:pt x="7111937" y="3892741"/>
                </a:cubicBezTo>
                <a:lnTo>
                  <a:pt x="7111937" y="5664454"/>
                </a:lnTo>
                <a:cubicBezTo>
                  <a:pt x="7111937" y="5829808"/>
                  <a:pt x="6977888" y="5963857"/>
                  <a:pt x="6812534" y="5963857"/>
                </a:cubicBezTo>
                <a:lnTo>
                  <a:pt x="1096645" y="5963857"/>
                </a:lnTo>
                <a:cubicBezTo>
                  <a:pt x="931291" y="5963857"/>
                  <a:pt x="797243" y="5829808"/>
                  <a:pt x="797243" y="5664454"/>
                </a:cubicBezTo>
                <a:lnTo>
                  <a:pt x="797243" y="2976436"/>
                </a:lnTo>
                <a:cubicBezTo>
                  <a:pt x="797243" y="2811082"/>
                  <a:pt x="931291" y="2677033"/>
                  <a:pt x="1096645" y="2677033"/>
                </a:cubicBezTo>
                <a:lnTo>
                  <a:pt x="4521708" y="2677033"/>
                </a:lnTo>
                <a:cubicBezTo>
                  <a:pt x="4687062" y="2677033"/>
                  <a:pt x="4821111" y="2542985"/>
                  <a:pt x="4821111" y="2377631"/>
                </a:cubicBezTo>
                <a:lnTo>
                  <a:pt x="4821111" y="1193610"/>
                </a:lnTo>
                <a:cubicBezTo>
                  <a:pt x="4821111" y="1028255"/>
                  <a:pt x="4955159" y="894207"/>
                  <a:pt x="5120513" y="894207"/>
                </a:cubicBezTo>
                <a:lnTo>
                  <a:pt x="11095355" y="894207"/>
                </a:lnTo>
                <a:cubicBezTo>
                  <a:pt x="11260709" y="894207"/>
                  <a:pt x="11394757" y="1028255"/>
                  <a:pt x="11394757" y="1193610"/>
                </a:cubicBezTo>
                <a:lnTo>
                  <a:pt x="11394757" y="3293999"/>
                </a:lnTo>
                <a:close/>
              </a:path>
            </a:pathLst>
          </a:custGeom>
          <a:gradFill rotWithShape="0">
            <a:gsLst>
              <a:gs pos="0">
                <a:srgbClr val="ffffff"/>
              </a:gs>
              <a:gs pos="100000">
                <a:srgbClr val="d9d9d9"/>
              </a:gs>
            </a:gsLst>
            <a:lin ang="8094000"/>
          </a:gradFill>
          <a:ln w="0">
            <a:noFill/>
          </a:ln>
          <a:effectLst>
            <a:outerShdw algn="bl" blurRad="57240" dir="5400000" dist="19080" rotWithShape="0">
              <a:srgbClr val="000000">
                <a:alpha val="50000"/>
              </a:srgbClr>
            </a:outerShdw>
          </a:effectLst>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 name="Google Shape;211;p32"/>
          <p:cNvSpPr/>
          <p:nvPr/>
        </p:nvSpPr>
        <p:spPr>
          <a:xfrm>
            <a:off x="5572080" y="2962440"/>
            <a:ext cx="2676240" cy="828360"/>
          </a:xfrm>
          <a:prstGeom prst="rect">
            <a:avLst/>
          </a:prstGeom>
          <a:noFill/>
          <a:ln w="0">
            <a:noFill/>
          </a:ln>
        </p:spPr>
        <p:style>
          <a:lnRef idx="0"/>
          <a:fillRef idx="0"/>
          <a:effectRef idx="0"/>
          <a:fontRef idx="minor"/>
        </p:style>
        <p:txBody>
          <a:bodyPr lIns="870823080" rIns="870823080" tIns="414360" bIns="414360" anchor="t">
            <a:spAutoFit/>
          </a:bodyPr>
          <a:p>
            <a:pPr defTabSz="914400">
              <a:lnSpc>
                <a:spcPct val="100000"/>
              </a:lnSpc>
              <a:tabLst>
                <a:tab algn="l" pos="0"/>
              </a:tabLst>
            </a:pPr>
            <a:endParaRPr b="0" lang="fr-FR" sz="1800" strike="noStrike" u="none">
              <a:solidFill>
                <a:schemeClr val="dk1"/>
              </a:solidFill>
              <a:effectLst/>
              <a:uFillTx/>
              <a:latin typeface="Arial"/>
            </a:endParaRPr>
          </a:p>
        </p:txBody>
      </p:sp>
      <p:sp>
        <p:nvSpPr>
          <p:cNvPr id="77" name="PlaceHolder 1"/>
          <p:cNvSpPr>
            <a:spLocks noGrp="1"/>
          </p:cNvSpPr>
          <p:nvPr>
            <p:ph type="subTitle"/>
          </p:nvPr>
        </p:nvSpPr>
        <p:spPr>
          <a:xfrm>
            <a:off x="5915160" y="3962520"/>
            <a:ext cx="2504880" cy="580680"/>
          </a:xfrm>
          <a:prstGeom prst="rect">
            <a:avLst/>
          </a:prstGeom>
          <a:noFill/>
          <a:ln w="0">
            <a:noFill/>
          </a:ln>
        </p:spPr>
        <p:txBody>
          <a:bodyPr lIns="91440" rIns="91440" tIns="91440" bIns="91440" anchor="b">
            <a:normAutofit/>
          </a:bodyPr>
          <a:p>
            <a:pPr algn="ctr"/>
            <a:endParaRPr b="0" lang="en-US" sz="1400" strike="noStrike" u="none">
              <a:solidFill>
                <a:schemeClr val="dk1"/>
              </a:solidFill>
              <a:effectLst/>
              <a:uFillTx/>
              <a:latin typeface="Be Vietnam Pro Light"/>
              <a:ea typeface="Be Vietnam Pro Light"/>
            </a:endParaRPr>
          </a:p>
        </p:txBody>
      </p:sp>
      <p:sp>
        <p:nvSpPr>
          <p:cNvPr id="78" name="PlaceHolder 2"/>
          <p:cNvSpPr>
            <a:spLocks noGrp="1"/>
          </p:cNvSpPr>
          <p:nvPr>
            <p:ph type="title"/>
          </p:nvPr>
        </p:nvSpPr>
        <p:spPr>
          <a:xfrm>
            <a:off x="504720" y="704880"/>
            <a:ext cx="3323880" cy="1056960"/>
          </a:xfrm>
          <a:prstGeom prst="rect">
            <a:avLst/>
          </a:prstGeom>
          <a:noFill/>
          <a:ln w="0">
            <a:noFill/>
          </a:ln>
        </p:spPr>
        <p:txBody>
          <a:bodyPr lIns="91440" rIns="91440" tIns="91440" bIns="91440" anchor="ctr">
            <a:normAutofit fontScale="92500" lnSpcReduction="9999"/>
          </a:bodyPr>
          <a:p>
            <a:pPr indent="0">
              <a:lnSpc>
                <a:spcPct val="100000"/>
              </a:lnSpc>
              <a:buNone/>
              <a:tabLst>
                <a:tab algn="l" pos="0"/>
              </a:tabLst>
            </a:pPr>
            <a:r>
              <a:rPr b="0" lang="en-US" sz="3300" strike="noStrike" u="none">
                <a:solidFill>
                  <a:schemeClr val="dk1"/>
                </a:solidFill>
                <a:effectLst/>
                <a:uFillTx/>
                <a:latin typeface="Aboreto"/>
                <a:ea typeface="Aboreto"/>
              </a:rPr>
              <a:t>JavaScript Fundamentals</a:t>
            </a:r>
            <a:endParaRPr b="0" lang="fr-FR" sz="3300" strike="noStrike" u="none">
              <a:solidFill>
                <a:schemeClr val="dk1"/>
              </a:solidFill>
              <a:effectLst/>
              <a:uFillTx/>
              <a:latin typeface="Arial"/>
            </a:endParaRPr>
          </a:p>
        </p:txBody>
      </p:sp>
      <p:sp>
        <p:nvSpPr>
          <p:cNvPr id="79" name="PlaceHolder 3"/>
          <p:cNvSpPr>
            <a:spLocks noGrp="1"/>
          </p:cNvSpPr>
          <p:nvPr>
            <p:ph type="title"/>
          </p:nvPr>
        </p:nvSpPr>
        <p:spPr>
          <a:xfrm>
            <a:off x="5762520" y="1932120"/>
            <a:ext cx="2285640" cy="2926440"/>
          </a:xfrm>
          <a:prstGeom prst="rect">
            <a:avLst/>
          </a:prstGeom>
          <a:noFill/>
          <a:ln w="0">
            <a:noFill/>
          </a:ln>
        </p:spPr>
        <p:txBody>
          <a:bodyPr lIns="91440" rIns="91440" tIns="91440" bIns="91440" anchor="ctr">
            <a:spAutoFit/>
          </a:bodyPr>
          <a:p>
            <a:pPr indent="0" algn="ctr">
              <a:lnSpc>
                <a:spcPct val="100000"/>
              </a:lnSpc>
              <a:buNone/>
              <a:tabLst>
                <a:tab algn="l" pos="0"/>
              </a:tabLst>
            </a:pPr>
            <a:r>
              <a:rPr b="0" lang="en-US" sz="6000" strike="noStrike" u="none">
                <a:solidFill>
                  <a:srgbClr val="000000"/>
                </a:solidFill>
                <a:effectLst/>
                <a:uFillTx/>
                <a:latin typeface="Be Vietnam Pro ExtraLight"/>
                <a:ea typeface="Be Vietnam Pro ExtraLight"/>
              </a:rPr>
              <a:t>01</a:t>
            </a:r>
            <a:endParaRPr b="0" lang="fr-FR" sz="60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523800" y="457200"/>
            <a:ext cx="556236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US" sz="3000" strike="noStrike" u="none">
                <a:solidFill>
                  <a:schemeClr val="dk1"/>
                </a:solidFill>
                <a:effectLst/>
                <a:uFillTx/>
                <a:latin typeface="Aboreto"/>
                <a:ea typeface="Aboreto"/>
              </a:rPr>
              <a:t>Syntax, variables, and data types</a:t>
            </a:r>
            <a:endParaRPr b="0" lang="fr-FR" sz="3000" strike="noStrike" u="none">
              <a:solidFill>
                <a:schemeClr val="dk1"/>
              </a:solidFill>
              <a:effectLst/>
              <a:uFillTx/>
              <a:latin typeface="Arial"/>
            </a:endParaRPr>
          </a:p>
        </p:txBody>
      </p:sp>
      <p:sp>
        <p:nvSpPr>
          <p:cNvPr id="81" name="PlaceHolder 2"/>
          <p:cNvSpPr>
            <a:spLocks noGrp="1"/>
          </p:cNvSpPr>
          <p:nvPr>
            <p:ph type="subTitle"/>
          </p:nvPr>
        </p:nvSpPr>
        <p:spPr>
          <a:xfrm>
            <a:off x="3191040" y="2124000"/>
            <a:ext cx="5562360" cy="254268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Be Vietnam Pro Light"/>
                <a:ea typeface="Be Vietnam Pro Light"/>
              </a:rPr>
              <a:t>JavaScript basics include variable declaration using </a:t>
            </a:r>
            <a:r>
              <a:rPr b="0" i="1" lang="en-US" sz="1200" strike="noStrike" u="none">
                <a:solidFill>
                  <a:schemeClr val="dk1"/>
                </a:solidFill>
                <a:effectLst/>
                <a:uFillTx/>
                <a:latin typeface="Be Vietnam Pro Light"/>
                <a:ea typeface="Be Vietnam Pro Light"/>
              </a:rPr>
              <a:t>let</a:t>
            </a:r>
            <a:r>
              <a:rPr b="0" lang="en-US" sz="1200" strike="noStrike" u="none">
                <a:solidFill>
                  <a:schemeClr val="dk1"/>
                </a:solidFill>
                <a:effectLst/>
                <a:uFillTx/>
                <a:latin typeface="Be Vietnam Pro Light"/>
                <a:ea typeface="Be Vietnam Pro Light"/>
              </a:rPr>
              <a:t>, </a:t>
            </a:r>
            <a:r>
              <a:rPr b="0" i="1" lang="en-US" sz="1200" strike="noStrike" u="none">
                <a:solidFill>
                  <a:schemeClr val="dk1"/>
                </a:solidFill>
                <a:effectLst/>
                <a:uFillTx/>
                <a:latin typeface="Be Vietnam Pro Light"/>
                <a:ea typeface="Be Vietnam Pro Light"/>
              </a:rPr>
              <a:t>const</a:t>
            </a:r>
            <a:r>
              <a:rPr b="0" lang="en-US" sz="1200" strike="noStrike" u="none">
                <a:solidFill>
                  <a:schemeClr val="dk1"/>
                </a:solidFill>
                <a:effectLst/>
                <a:uFillTx/>
                <a:latin typeface="Be Vietnam Pro Light"/>
                <a:ea typeface="Be Vietnam Pro Light"/>
              </a:rPr>
              <a:t>, and </a:t>
            </a:r>
            <a:r>
              <a:rPr b="0" i="1" lang="en-US" sz="1200" strike="noStrike" u="none">
                <a:solidFill>
                  <a:schemeClr val="dk1"/>
                </a:solidFill>
                <a:effectLst/>
                <a:uFillTx/>
                <a:latin typeface="Be Vietnam Pro Light"/>
                <a:ea typeface="Be Vietnam Pro Light"/>
              </a:rPr>
              <a:t>var</a:t>
            </a:r>
            <a:r>
              <a:rPr b="0" lang="en-US" sz="1200" strike="noStrike" u="none">
                <a:solidFill>
                  <a:schemeClr val="dk1"/>
                </a:solidFill>
                <a:effectLst/>
                <a:uFillTx/>
                <a:latin typeface="Be Vietnam Pro Light"/>
                <a:ea typeface="Be Vietnam Pro Light"/>
              </a:rPr>
              <a:t>, each with specific scope rules. Understanding primitive types such as strings, numbers, booleans, and complex types like objects and arrays is essential. Template literals enable readable, multiline strings and embedded expressions for dynamic content creation.</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3000" strike="noStrike" u="none">
                <a:solidFill>
                  <a:schemeClr val="dk1"/>
                </a:solidFill>
                <a:effectLst/>
                <a:uFillTx/>
                <a:latin typeface="Aboreto"/>
              </a:rPr>
              <a:t>Operators and control structures</a:t>
            </a:r>
            <a:endParaRPr b="0" lang="en-US" sz="3000" strike="noStrike" u="none">
              <a:solidFill>
                <a:srgbClr val="000000"/>
              </a:solidFill>
              <a:effectLst/>
              <a:uFillTx/>
              <a:latin typeface="OpenSymbol"/>
            </a:endParaRPr>
          </a:p>
        </p:txBody>
      </p:sp>
      <p:sp>
        <p:nvSpPr>
          <p:cNvPr id="83"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Be Vietnam Pro Light"/>
              </a:rPr>
              <a:t>Key operators include arithmetic, comparison (strict vs loose), logical, and ternary operators. Control structures like </a:t>
            </a:r>
            <a:r>
              <a:rPr b="0" i="1" lang="en-US" sz="1200" strike="noStrike" u="none">
                <a:solidFill>
                  <a:schemeClr val="dk1"/>
                </a:solidFill>
                <a:effectLst/>
                <a:uFillTx/>
                <a:latin typeface="Be Vietnam Pro Light"/>
              </a:rPr>
              <a:t>if-else</a:t>
            </a:r>
            <a:r>
              <a:rPr b="0" lang="en-US" sz="1200" strike="noStrike" u="none">
                <a:solidFill>
                  <a:schemeClr val="dk1"/>
                </a:solidFill>
                <a:effectLst/>
                <a:uFillTx/>
                <a:latin typeface="Be Vietnam Pro Light"/>
              </a:rPr>
              <a:t> statements, </a:t>
            </a:r>
            <a:r>
              <a:rPr b="0" i="1" lang="en-US" sz="1200" strike="noStrike" u="none">
                <a:solidFill>
                  <a:schemeClr val="dk1"/>
                </a:solidFill>
                <a:effectLst/>
                <a:uFillTx/>
                <a:latin typeface="Be Vietnam Pro Light"/>
              </a:rPr>
              <a:t>switch</a:t>
            </a:r>
            <a:r>
              <a:rPr b="0" lang="en-US" sz="1200" strike="noStrike" u="none">
                <a:solidFill>
                  <a:schemeClr val="dk1"/>
                </a:solidFill>
                <a:effectLst/>
                <a:uFillTx/>
                <a:latin typeface="Be Vietnam Pro Light"/>
              </a:rPr>
              <a:t> cases, and loops guide decision-making and iteration, fundamental for managing complex test logic flow and varied scenarios in automation workflows.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
          <p:cNvSpPr/>
          <p:nvPr/>
        </p:nvSpPr>
        <p:spPr>
          <a:xfrm>
            <a:off x="5048280" y="476280"/>
            <a:ext cx="3619080" cy="952200"/>
          </a:xfrm>
          <a:prstGeom prst="rect">
            <a:avLst/>
          </a:prstGeom>
          <a:noFill/>
          <a:ln w="0">
            <a:noFill/>
          </a:ln>
        </p:spPr>
        <p:style>
          <a:lnRef idx="0"/>
          <a:fillRef idx="0"/>
          <a:effectRef idx="0"/>
          <a:fontRef idx="minor"/>
        </p:style>
        <p:txBody>
          <a:bodyPr anchor="t">
            <a:normAutofit fontScale="77500" lnSpcReduction="19999"/>
          </a:bodyPr>
          <a:p>
            <a:pPr defTabSz="914400">
              <a:lnSpc>
                <a:spcPct val="100000"/>
              </a:lnSpc>
              <a:tabLst>
                <a:tab algn="l" pos="0"/>
              </a:tabLst>
            </a:pPr>
            <a:r>
              <a:rPr b="0" lang="en-US" sz="3000" strike="noStrike" u="none">
                <a:solidFill>
                  <a:schemeClr val="dk1"/>
                </a:solidFill>
                <a:effectLst/>
                <a:uFillTx/>
                <a:latin typeface="Aboreto"/>
              </a:rPr>
              <a:t>Asynchronous JavaScript: callbacks, promises, async/await</a:t>
            </a:r>
            <a:endParaRPr b="0" lang="en-US" sz="3000" strike="noStrike" u="none">
              <a:solidFill>
                <a:srgbClr val="000000"/>
              </a:solidFill>
              <a:effectLst/>
              <a:uFillTx/>
              <a:latin typeface="OpenSymbol"/>
            </a:endParaRPr>
          </a:p>
        </p:txBody>
      </p:sp>
      <p:sp>
        <p:nvSpPr>
          <p:cNvPr id="85" name=""/>
          <p:cNvSpPr/>
          <p:nvPr/>
        </p:nvSpPr>
        <p:spPr>
          <a:xfrm>
            <a:off x="5048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Be Vietnam Pro Light"/>
              </a:rPr>
              <a:t>Asynchronous programming is vital in automation due to operations like page loading. Callbacks give way to cleaner, chainable promises. The </a:t>
            </a:r>
            <a:r>
              <a:rPr b="0" i="1" lang="en-US" sz="1200" strike="noStrike" u="none">
                <a:solidFill>
                  <a:schemeClr val="dk1"/>
                </a:solidFill>
                <a:effectLst/>
                <a:uFillTx/>
                <a:latin typeface="Be Vietnam Pro Light"/>
              </a:rPr>
              <a:t>async/await</a:t>
            </a:r>
            <a:r>
              <a:rPr b="0" lang="en-US" sz="1200" strike="noStrike" u="none">
                <a:solidFill>
                  <a:schemeClr val="dk1"/>
                </a:solidFill>
                <a:effectLst/>
                <a:uFillTx/>
                <a:latin typeface="Be Vietnam Pro Light"/>
              </a:rPr>
              <a:t> syntax allows writing asynchronous code with synchronous readability, significantly improving test script clarity and maintainability.</a:t>
            </a:r>
            <a:endParaRPr b="0" lang="en-US" sz="1200" strike="noStrike" u="none">
              <a:solidFill>
                <a:srgbClr val="000000"/>
              </a:solidFill>
              <a:effectLst/>
              <a:uFillTx/>
              <a:latin typeface="OpenSymbol"/>
            </a:endParaRPr>
          </a:p>
        </p:txBody>
      </p:sp>
      <p:pic>
        <p:nvPicPr>
          <p:cNvPr id="86" name="image6988b7d67a4d4" descr="image6988b7d67a4d9"/>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
          <p:cNvSpPr/>
          <p:nvPr/>
        </p:nvSpPr>
        <p:spPr>
          <a:xfrm>
            <a:off x="95256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02</a:t>
            </a:r>
            <a:endParaRPr b="0" lang="en-US" sz="5000" strike="noStrike" u="none">
              <a:solidFill>
                <a:srgbClr val="000000"/>
              </a:solidFill>
              <a:effectLst/>
              <a:uFillTx/>
              <a:latin typeface="OpenSymbol"/>
            </a:endParaRPr>
          </a:p>
        </p:txBody>
      </p:sp>
      <p:sp>
        <p:nvSpPr>
          <p:cNvPr id="88" name=""/>
          <p:cNvSpPr/>
          <p:nvPr/>
        </p:nvSpPr>
        <p:spPr>
          <a:xfrm>
            <a:off x="952560" y="1428840"/>
            <a:ext cx="457164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000" strike="noStrike" u="none">
                <a:solidFill>
                  <a:schemeClr val="dk1"/>
                </a:solidFill>
                <a:effectLst/>
                <a:uFillTx/>
                <a:latin typeface="Aboreto"/>
              </a:rPr>
              <a:t>Test Automation Frameworks</a:t>
            </a:r>
            <a:endParaRPr b="0" lang="en-US" sz="4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523800" y="457200"/>
            <a:ext cx="556236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US" sz="3000" strike="noStrike" u="none">
                <a:solidFill>
                  <a:schemeClr val="dk1"/>
                </a:solidFill>
                <a:effectLst/>
                <a:uFillTx/>
                <a:latin typeface="Aboreto"/>
                <a:ea typeface="Aboreto"/>
              </a:rPr>
              <a:t>Playwright fundamentals and usage</a:t>
            </a:r>
            <a:endParaRPr b="0" lang="fr-FR" sz="3000" strike="noStrike" u="none">
              <a:solidFill>
                <a:schemeClr val="dk1"/>
              </a:solidFill>
              <a:effectLst/>
              <a:uFillTx/>
              <a:latin typeface="Arial"/>
            </a:endParaRPr>
          </a:p>
        </p:txBody>
      </p:sp>
      <p:sp>
        <p:nvSpPr>
          <p:cNvPr id="90" name="PlaceHolder 2"/>
          <p:cNvSpPr>
            <a:spLocks noGrp="1"/>
          </p:cNvSpPr>
          <p:nvPr>
            <p:ph type="subTitle"/>
          </p:nvPr>
        </p:nvSpPr>
        <p:spPr>
          <a:xfrm>
            <a:off x="3191040" y="2124000"/>
            <a:ext cx="5562360" cy="254268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Be Vietnam Pro Light"/>
                <a:ea typeface="Be Vietnam Pro Light"/>
              </a:rPr>
              <a:t>Playwright supports multi-browser automation with powerful APIs for page interaction, network interception, and parallel test execution. It features built-in mechanisms like auto-waiting for elements, tracing, and video recording, enabling reliable and debuggable test automation suites.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3000" strike="noStrike" u="none">
                <a:solidFill>
                  <a:schemeClr val="dk1"/>
                </a:solidFill>
                <a:effectLst/>
                <a:uFillTx/>
                <a:latin typeface="Aboreto"/>
              </a:rPr>
              <a:t>Cypress test structure and commands</a:t>
            </a:r>
            <a:endParaRPr b="0" lang="en-US" sz="3000" strike="noStrike" u="none">
              <a:solidFill>
                <a:srgbClr val="000000"/>
              </a:solidFill>
              <a:effectLst/>
              <a:uFillTx/>
              <a:latin typeface="OpenSymbol"/>
            </a:endParaRPr>
          </a:p>
        </p:txBody>
      </p:sp>
      <p:sp>
        <p:nvSpPr>
          <p:cNvPr id="92"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Be Vietnam Pro Light"/>
              </a:rPr>
              <a:t>Cypress offers an intuitive testing interface tailored for frontend apps, employing Mocha and Chai for test structuring and assertions. It provides rich commands for DOM querying, event simulation, and network handling, supporting robust asynchronous testing with automatic waiting and detailed debugging capabilities.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Google Shape;202;p31" title="futuristic-fantasy-scene-with-abstract-costume (2).jpg"/>
          <p:cNvSpPr/>
          <p:nvPr/>
        </p:nvSpPr>
        <p:spPr>
          <a:xfrm>
            <a:off x="5721120" y="279360"/>
            <a:ext cx="3055320" cy="4584240"/>
          </a:xfrm>
          <a:prstGeom prst="roundRect">
            <a:avLst>
              <a:gd name="adj" fmla="val 7585"/>
            </a:avLst>
          </a:prstGeom>
          <a:blipFill rotWithShape="0">
            <a:blip r:embed="rId1"/>
            <a:srcRect/>
            <a:stretch/>
          </a:blipFill>
          <a:ln w="0">
            <a:noFill/>
          </a:ln>
          <a:effectLst>
            <a:outerShdw algn="bl" blurRad="57240" dir="5400000" dist="19080" rotWithShape="0">
              <a:srgbClr val="000000">
                <a:alpha val="50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
        <p:nvSpPr>
          <p:cNvPr id="94" name="PlaceHolder 1"/>
          <p:cNvSpPr>
            <a:spLocks noGrp="1"/>
          </p:cNvSpPr>
          <p:nvPr>
            <p:ph type="title"/>
          </p:nvPr>
        </p:nvSpPr>
        <p:spPr>
          <a:xfrm>
            <a:off x="561960" y="324000"/>
            <a:ext cx="4962240" cy="1695240"/>
          </a:xfrm>
          <a:prstGeom prst="rect">
            <a:avLst/>
          </a:prstGeom>
          <a:noFill/>
          <a:ln w="0">
            <a:noFill/>
          </a:ln>
        </p:spPr>
        <p:txBody>
          <a:bodyPr lIns="91440" rIns="91440" tIns="91440" bIns="91440" anchor="t">
            <a:normAutofit/>
          </a:bodyPr>
          <a:p>
            <a:pPr indent="0">
              <a:lnSpc>
                <a:spcPct val="100000"/>
              </a:lnSpc>
              <a:buNone/>
              <a:tabLst>
                <a:tab algn="l" pos="0"/>
              </a:tabLst>
            </a:pPr>
            <a:r>
              <a:rPr b="0" lang="en-US" sz="2600" strike="noStrike" u="none">
                <a:solidFill>
                  <a:schemeClr val="dk1"/>
                </a:solidFill>
                <a:effectLst/>
                <a:uFillTx/>
                <a:latin typeface="Aboreto"/>
                <a:ea typeface="Aboreto"/>
              </a:rPr>
              <a:t>Page Object Model (POM) design pattern</a:t>
            </a:r>
            <a:endParaRPr b="0" lang="fr-FR" sz="2600" strike="noStrike" u="none">
              <a:solidFill>
                <a:schemeClr val="dk1"/>
              </a:solidFill>
              <a:effectLst/>
              <a:uFillTx/>
              <a:latin typeface="Arial"/>
            </a:endParaRPr>
          </a:p>
        </p:txBody>
      </p:sp>
      <p:sp>
        <p:nvSpPr>
          <p:cNvPr id="95" name="PlaceHolder 2"/>
          <p:cNvSpPr>
            <a:spLocks noGrp="1"/>
          </p:cNvSpPr>
          <p:nvPr>
            <p:ph/>
          </p:nvPr>
        </p:nvSpPr>
        <p:spPr>
          <a:xfrm>
            <a:off x="1704960" y="2305080"/>
            <a:ext cx="3819240" cy="2514240"/>
          </a:xfrm>
          <a:prstGeom prst="rect">
            <a:avLst/>
          </a:prstGeom>
          <a:noFill/>
          <a:ln w="0">
            <a:noFill/>
          </a:ln>
        </p:spPr>
        <p:txBody>
          <a:bodyPr lIns="91440" rIns="91440" tIns="91440" bIns="91440" anchor="b">
            <a:normAutofit/>
          </a:bodyPr>
          <a:p>
            <a:pPr indent="0">
              <a:lnSpc>
                <a:spcPct val="150000"/>
              </a:lnSpc>
              <a:buNone/>
              <a:tabLst>
                <a:tab algn="l" pos="0"/>
              </a:tabLst>
            </a:pPr>
            <a:r>
              <a:rPr b="0" lang="en-US" sz="1300" strike="noStrike" u="none">
                <a:solidFill>
                  <a:schemeClr val="dk1"/>
                </a:solidFill>
                <a:effectLst/>
                <a:uFillTx/>
                <a:latin typeface="Be Vietnam Pro Light"/>
                <a:ea typeface="Be Vietnam Pro Light"/>
              </a:rPr>
              <a:t>The Page Object Model (POM) encapsulates page details into classes, separating locators and actions from test scripts. This approach enhances test maintainability and readability by abstracting UI interactions. Each page class defines private locators and public methods for user actions and assertions, enabling clean, reusable, and modular test code architecture.</a:t>
            </a:r>
            <a:endParaRPr b="0" lang="fr-FR"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
          <p:cNvSpPr/>
          <p:nvPr/>
        </p:nvSpPr>
        <p:spPr>
          <a:xfrm>
            <a:off x="5048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02</a:t>
            </a:r>
            <a:endParaRPr b="0" lang="en-US" sz="5000" strike="noStrike" u="none">
              <a:solidFill>
                <a:srgbClr val="000000"/>
              </a:solidFill>
              <a:effectLst/>
              <a:uFillTx/>
              <a:latin typeface="OpenSymbol"/>
            </a:endParaRPr>
          </a:p>
        </p:txBody>
      </p:sp>
      <p:sp>
        <p:nvSpPr>
          <p:cNvPr id="97" name=""/>
          <p:cNvSpPr/>
          <p:nvPr/>
        </p:nvSpPr>
        <p:spPr>
          <a:xfrm>
            <a:off x="5048280" y="1428840"/>
            <a:ext cx="361908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000" strike="noStrike" u="none">
                <a:solidFill>
                  <a:schemeClr val="dk1"/>
                </a:solidFill>
                <a:effectLst/>
                <a:uFillTx/>
                <a:latin typeface="Aboreto"/>
              </a:rPr>
              <a:t>Test Data Management</a:t>
            </a:r>
            <a:endParaRPr b="0" lang="en-US" sz="4000" strike="noStrike" u="none">
              <a:solidFill>
                <a:srgbClr val="000000"/>
              </a:solidFill>
              <a:effectLst/>
              <a:uFillTx/>
              <a:latin typeface="OpenSymbol"/>
            </a:endParaRPr>
          </a:p>
        </p:txBody>
      </p:sp>
      <p:pic>
        <p:nvPicPr>
          <p:cNvPr id="98" name="image6988b7d68eeb2" descr="image6988b7d68eeb7"/>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523800" y="457200"/>
            <a:ext cx="5562360" cy="694800"/>
          </a:xfrm>
          <a:prstGeom prst="rect">
            <a:avLst/>
          </a:prstGeom>
          <a:noFill/>
          <a:ln w="0">
            <a:noFill/>
          </a:ln>
        </p:spPr>
        <p:txBody>
          <a:bodyPr lIns="91440" rIns="91440" tIns="91440" bIns="91440" anchor="t">
            <a:normAutofit fontScale="70000" lnSpcReduction="19999"/>
          </a:bodyPr>
          <a:p>
            <a:pPr indent="0">
              <a:lnSpc>
                <a:spcPct val="100000"/>
              </a:lnSpc>
              <a:buNone/>
              <a:tabLst>
                <a:tab algn="l" pos="0"/>
              </a:tabLst>
            </a:pPr>
            <a:r>
              <a:rPr b="0" lang="en-US" sz="3000" strike="noStrike" u="none">
                <a:solidFill>
                  <a:schemeClr val="dk1"/>
                </a:solidFill>
                <a:effectLst/>
                <a:uFillTx/>
                <a:latin typeface="Aboreto"/>
                <a:ea typeface="Aboreto"/>
              </a:rPr>
              <a:t>Data-driven testing with JSON, Excel, and databases</a:t>
            </a:r>
            <a:endParaRPr b="0" lang="fr-FR" sz="3000" strike="noStrike" u="none">
              <a:solidFill>
                <a:schemeClr val="dk1"/>
              </a:solidFill>
              <a:effectLst/>
              <a:uFillTx/>
              <a:latin typeface="Arial"/>
            </a:endParaRPr>
          </a:p>
        </p:txBody>
      </p:sp>
      <p:sp>
        <p:nvSpPr>
          <p:cNvPr id="100" name="PlaceHolder 2"/>
          <p:cNvSpPr>
            <a:spLocks noGrp="1"/>
          </p:cNvSpPr>
          <p:nvPr>
            <p:ph type="subTitle"/>
          </p:nvPr>
        </p:nvSpPr>
        <p:spPr>
          <a:xfrm>
            <a:off x="3191040" y="2124000"/>
            <a:ext cx="5562360" cy="254268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Be Vietnam Pro Light"/>
                <a:ea typeface="Be Vietnam Pro Light"/>
              </a:rPr>
              <a:t>Data-driven testing leverages external sources like JSON files, Excel spreadsheets, and databases to supply test data dynamically. This enables running tests with varied inputs without changing the code, increasing coverage and flexibility. Techniques involve reading structured data and integrating it seamlessly into automated tests.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p:nvPr/>
        </p:nvSpPr>
        <p:spPr>
          <a:xfrm>
            <a:off x="476280" y="476280"/>
            <a:ext cx="3619080" cy="952200"/>
          </a:xfrm>
          <a:prstGeom prst="rect">
            <a:avLst/>
          </a:prstGeom>
          <a:noFill/>
          <a:ln w="0">
            <a:noFill/>
          </a:ln>
        </p:spPr>
        <p:style>
          <a:lnRef idx="0"/>
          <a:fillRef idx="0"/>
          <a:effectRef idx="0"/>
          <a:fontRef idx="minor"/>
        </p:style>
        <p:txBody>
          <a:bodyPr anchor="t">
            <a:normAutofit lnSpcReduction="9999"/>
          </a:bodyPr>
          <a:p>
            <a:pPr defTabSz="914400">
              <a:lnSpc>
                <a:spcPct val="100000"/>
              </a:lnSpc>
              <a:tabLst>
                <a:tab algn="l" pos="0"/>
              </a:tabLst>
            </a:pPr>
            <a:r>
              <a:rPr b="0" lang="en-US" sz="3000" strike="noStrike" u="none">
                <a:solidFill>
                  <a:schemeClr val="dk1"/>
                </a:solidFill>
                <a:effectLst/>
                <a:uFillTx/>
                <a:latin typeface="Aboreto"/>
              </a:rPr>
              <a:t>Usage of fixtures and parameterized tests</a:t>
            </a:r>
            <a:endParaRPr b="0" lang="en-US" sz="3000" strike="noStrike" u="none">
              <a:solidFill>
                <a:srgbClr val="000000"/>
              </a:solidFill>
              <a:effectLst/>
              <a:uFillTx/>
              <a:latin typeface="OpenSymbol"/>
            </a:endParaRPr>
          </a:p>
        </p:txBody>
      </p:sp>
      <p:sp>
        <p:nvSpPr>
          <p:cNvPr id="102" name=""/>
          <p:cNvSpPr/>
          <p:nvPr/>
        </p:nvSpPr>
        <p:spPr>
          <a:xfrm>
            <a:off x="476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Be Vietnam Pro Light"/>
              </a:rPr>
              <a:t>Fixtures provide reusable test data and setup configurations that can be injected into tests, reducing redundancy and simplifying test maintenance. Parameterized tests run with multiple input sets, commonly implemented with forEach patterns for scalability and clarity, supporting efficient verification of multiple scenarios.</a:t>
            </a:r>
            <a:endParaRPr b="0" lang="en-US" sz="1200" strike="noStrike" u="none">
              <a:solidFill>
                <a:srgbClr val="000000"/>
              </a:solidFill>
              <a:effectLst/>
              <a:uFillTx/>
              <a:latin typeface="OpenSymbol"/>
            </a:endParaRPr>
          </a:p>
        </p:txBody>
      </p:sp>
      <p:pic>
        <p:nvPicPr>
          <p:cNvPr id="103" name="image6988b7d6a09d7" descr="image6988b7d6a09dc"/>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3000" strike="noStrike" u="none">
                <a:solidFill>
                  <a:schemeClr val="dk1"/>
                </a:solidFill>
                <a:effectLst/>
                <a:uFillTx/>
                <a:latin typeface="Aboreto"/>
              </a:rPr>
              <a:t>Reading and writing test data programmatically</a:t>
            </a:r>
            <a:endParaRPr b="0" lang="en-US" sz="3000" strike="noStrike" u="none">
              <a:solidFill>
                <a:srgbClr val="000000"/>
              </a:solidFill>
              <a:effectLst/>
              <a:uFillTx/>
              <a:latin typeface="OpenSymbol"/>
            </a:endParaRPr>
          </a:p>
        </p:txBody>
      </p:sp>
      <p:sp>
        <p:nvSpPr>
          <p:cNvPr id="105"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Be Vietnam Pro Light"/>
              </a:rPr>
              <a:t>Test suites programmatically read data from and write results to files or databases using APIs. This includes JSON parsing, Excel file manipulation with libraries, and database connectivity for CRUD operations. Such automation maintains test accuracy, supports dynamic data management, and facilitates complex testing workflows.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
          <p:cNvSpPr/>
          <p:nvPr/>
        </p:nvSpPr>
        <p:spPr>
          <a:xfrm>
            <a:off x="476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02</a:t>
            </a:r>
            <a:endParaRPr b="0" lang="en-US" sz="5000" strike="noStrike" u="none">
              <a:solidFill>
                <a:srgbClr val="000000"/>
              </a:solidFill>
              <a:effectLst/>
              <a:uFillTx/>
              <a:latin typeface="OpenSymbol"/>
            </a:endParaRPr>
          </a:p>
        </p:txBody>
      </p:sp>
      <p:sp>
        <p:nvSpPr>
          <p:cNvPr id="107" name=""/>
          <p:cNvSpPr/>
          <p:nvPr/>
        </p:nvSpPr>
        <p:spPr>
          <a:xfrm>
            <a:off x="476280" y="1428840"/>
            <a:ext cx="3619080" cy="142848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4000" strike="noStrike" u="none">
                <a:solidFill>
                  <a:schemeClr val="dk1"/>
                </a:solidFill>
                <a:effectLst/>
                <a:uFillTx/>
                <a:latin typeface="Aboreto"/>
              </a:rPr>
              <a:t>Continuous Integration and AI Assistance</a:t>
            </a:r>
            <a:endParaRPr b="0" lang="en-US" sz="4000" strike="noStrike" u="none">
              <a:solidFill>
                <a:srgbClr val="000000"/>
              </a:solidFill>
              <a:effectLst/>
              <a:uFillTx/>
              <a:latin typeface="OpenSymbol"/>
            </a:endParaRPr>
          </a:p>
        </p:txBody>
      </p:sp>
      <p:pic>
        <p:nvPicPr>
          <p:cNvPr id="108" name="image6988b7d6b1afd" descr="image6988b7d6b1b02"/>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523800" y="457200"/>
            <a:ext cx="556236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US" sz="3000" strike="noStrike" u="none">
                <a:solidFill>
                  <a:schemeClr val="dk1"/>
                </a:solidFill>
                <a:effectLst/>
                <a:uFillTx/>
                <a:latin typeface="Aboreto"/>
                <a:ea typeface="Aboreto"/>
              </a:rPr>
              <a:t>CI/CD integration with GitHub Actions</a:t>
            </a:r>
            <a:endParaRPr b="0" lang="fr-FR" sz="3000" strike="noStrike" u="none">
              <a:solidFill>
                <a:schemeClr val="dk1"/>
              </a:solidFill>
              <a:effectLst/>
              <a:uFillTx/>
              <a:latin typeface="Arial"/>
            </a:endParaRPr>
          </a:p>
        </p:txBody>
      </p:sp>
      <p:sp>
        <p:nvSpPr>
          <p:cNvPr id="110" name="PlaceHolder 2"/>
          <p:cNvSpPr>
            <a:spLocks noGrp="1"/>
          </p:cNvSpPr>
          <p:nvPr>
            <p:ph type="subTitle"/>
          </p:nvPr>
        </p:nvSpPr>
        <p:spPr>
          <a:xfrm>
            <a:off x="3191040" y="2124000"/>
            <a:ext cx="5562360" cy="254268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Be Vietnam Pro Light"/>
                <a:ea typeface="Be Vietnam Pro Light"/>
              </a:rPr>
              <a:t>GitHub Actions automate test execution within CI/CD workflows triggered on code push or pull requests. Integration includes deterministic environment setup using npm ci, automated Playwright browser installations, and artifact uploads for reporting, ensuring consistent and reliable automated testing in pipeline processes.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p:nvPr/>
        </p:nvSpPr>
        <p:spPr>
          <a:xfrm>
            <a:off x="5048280" y="476280"/>
            <a:ext cx="3619080" cy="952200"/>
          </a:xfrm>
          <a:prstGeom prst="rect">
            <a:avLst/>
          </a:prstGeom>
          <a:noFill/>
          <a:ln w="0">
            <a:noFill/>
          </a:ln>
        </p:spPr>
        <p:style>
          <a:lnRef idx="0"/>
          <a:fillRef idx="0"/>
          <a:effectRef idx="0"/>
          <a:fontRef idx="minor"/>
        </p:style>
        <p:txBody>
          <a:bodyPr anchor="t">
            <a:normAutofit fontScale="77500" lnSpcReduction="19999"/>
          </a:bodyPr>
          <a:p>
            <a:pPr defTabSz="914400">
              <a:lnSpc>
                <a:spcPct val="100000"/>
              </a:lnSpc>
              <a:tabLst>
                <a:tab algn="l" pos="0"/>
              </a:tabLst>
            </a:pPr>
            <a:r>
              <a:rPr b="0" lang="en-US" sz="3000" strike="noStrike" u="none">
                <a:solidFill>
                  <a:schemeClr val="dk1"/>
                </a:solidFill>
                <a:effectLst/>
                <a:uFillTx/>
                <a:latin typeface="Aboreto"/>
              </a:rPr>
              <a:t>Configuring test environments and retries in CI</a:t>
            </a:r>
            <a:endParaRPr b="0" lang="en-US" sz="3000" strike="noStrike" u="none">
              <a:solidFill>
                <a:srgbClr val="000000"/>
              </a:solidFill>
              <a:effectLst/>
              <a:uFillTx/>
              <a:latin typeface="OpenSymbol"/>
            </a:endParaRPr>
          </a:p>
        </p:txBody>
      </p:sp>
      <p:sp>
        <p:nvSpPr>
          <p:cNvPr id="112" name=""/>
          <p:cNvSpPr/>
          <p:nvPr/>
        </p:nvSpPr>
        <p:spPr>
          <a:xfrm>
            <a:off x="5048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Be Vietnam Pro Light"/>
              </a:rPr>
              <a:t>Configuring CI environments involves setting parameters for test retries, parallel workers, and forbidding focused tests in CI to improve stability and prevent test flakiness. These conditional settings enhance test reliability by adapting behavior specifically within the CI context for consistent validations.</a:t>
            </a:r>
            <a:endParaRPr b="0" lang="en-US" sz="1200" strike="noStrike" u="none">
              <a:solidFill>
                <a:srgbClr val="000000"/>
              </a:solidFill>
              <a:effectLst/>
              <a:uFillTx/>
              <a:latin typeface="OpenSymbol"/>
            </a:endParaRPr>
          </a:p>
        </p:txBody>
      </p:sp>
      <p:pic>
        <p:nvPicPr>
          <p:cNvPr id="113" name="image6988b7d6c2637" descr="image6988b7d6c263c"/>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
          <p:cNvSpPr/>
          <p:nvPr/>
        </p:nvSpPr>
        <p:spPr>
          <a:xfrm>
            <a:off x="476280" y="476280"/>
            <a:ext cx="8191080" cy="952200"/>
          </a:xfrm>
          <a:prstGeom prst="rect">
            <a:avLst/>
          </a:prstGeom>
          <a:noFill/>
          <a:ln w="0">
            <a:noFill/>
          </a:ln>
        </p:spPr>
        <p:style>
          <a:lnRef idx="0"/>
          <a:fillRef idx="0"/>
          <a:effectRef idx="0"/>
          <a:fontRef idx="minor"/>
        </p:style>
        <p:txBody>
          <a:bodyPr anchor="t">
            <a:normAutofit lnSpcReduction="9999"/>
          </a:bodyPr>
          <a:p>
            <a:pPr defTabSz="914400">
              <a:lnSpc>
                <a:spcPct val="100000"/>
              </a:lnSpc>
              <a:tabLst>
                <a:tab algn="l" pos="0"/>
              </a:tabLst>
            </a:pPr>
            <a:r>
              <a:rPr b="0" lang="en-US" sz="3000" strike="noStrike" u="none">
                <a:solidFill>
                  <a:schemeClr val="dk1"/>
                </a:solidFill>
                <a:effectLst/>
                <a:uFillTx/>
                <a:latin typeface="Aboreto"/>
              </a:rPr>
              <a:t>AI Agents for test automation: planning, generating, healing tests</a:t>
            </a:r>
            <a:endParaRPr b="0" lang="en-US" sz="3000" strike="noStrike" u="none">
              <a:solidFill>
                <a:srgbClr val="000000"/>
              </a:solidFill>
              <a:effectLst/>
              <a:uFillTx/>
              <a:latin typeface="OpenSymbol"/>
            </a:endParaRPr>
          </a:p>
        </p:txBody>
      </p:sp>
      <p:sp>
        <p:nvSpPr>
          <p:cNvPr id="115"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Be Vietnam Pro Light"/>
              </a:rPr>
              <a:t>AI agents assist in multiple stages of test automation: planning by exploring applications and generating comprehensive test plans, automating test script creation by interacting with live browsers, and healing broken tests automatically by diagnosing failures and fixing locators or timing issues.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Google Shape;202;p31" title="futuristic-fantasy-scene-with-abstract-costume (2).jpg"/>
          <p:cNvSpPr/>
          <p:nvPr/>
        </p:nvSpPr>
        <p:spPr>
          <a:xfrm>
            <a:off x="5721120" y="279360"/>
            <a:ext cx="3055320" cy="4584240"/>
          </a:xfrm>
          <a:prstGeom prst="roundRect">
            <a:avLst>
              <a:gd name="adj" fmla="val 7585"/>
            </a:avLst>
          </a:prstGeom>
          <a:blipFill rotWithShape="0">
            <a:blip r:embed="rId1"/>
            <a:srcRect/>
            <a:stretch/>
          </a:blipFill>
          <a:ln w="0">
            <a:noFill/>
          </a:ln>
          <a:effectLst>
            <a:outerShdw algn="bl" blurRad="57240" dir="5400000" dist="19080" rotWithShape="0">
              <a:srgbClr val="000000">
                <a:alpha val="50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
        <p:nvSpPr>
          <p:cNvPr id="117" name="PlaceHolder 1"/>
          <p:cNvSpPr>
            <a:spLocks noGrp="1"/>
          </p:cNvSpPr>
          <p:nvPr>
            <p:ph type="title"/>
          </p:nvPr>
        </p:nvSpPr>
        <p:spPr>
          <a:xfrm>
            <a:off x="561960" y="324000"/>
            <a:ext cx="4962240" cy="1695240"/>
          </a:xfrm>
          <a:prstGeom prst="rect">
            <a:avLst/>
          </a:prstGeom>
          <a:noFill/>
          <a:ln w="0">
            <a:noFill/>
          </a:ln>
        </p:spPr>
        <p:txBody>
          <a:bodyPr lIns="91440" rIns="91440" tIns="91440" bIns="91440" anchor="t">
            <a:normAutofit/>
          </a:bodyPr>
          <a:p>
            <a:pPr indent="0">
              <a:lnSpc>
                <a:spcPct val="100000"/>
              </a:lnSpc>
              <a:buNone/>
              <a:tabLst>
                <a:tab algn="l" pos="0"/>
              </a:tabLst>
            </a:pPr>
            <a:r>
              <a:rPr b="0" lang="en-US" sz="2600" strike="noStrike" u="none">
                <a:solidFill>
                  <a:schemeClr val="dk1"/>
                </a:solidFill>
                <a:effectLst/>
                <a:uFillTx/>
                <a:latin typeface="Aboreto"/>
                <a:ea typeface="Aboreto"/>
              </a:rPr>
              <a:t>Conclusions</a:t>
            </a:r>
            <a:endParaRPr b="0" lang="fr-FR" sz="2600" strike="noStrike" u="none">
              <a:solidFill>
                <a:schemeClr val="dk1"/>
              </a:solidFill>
              <a:effectLst/>
              <a:uFillTx/>
              <a:latin typeface="Arial"/>
            </a:endParaRPr>
          </a:p>
        </p:txBody>
      </p:sp>
      <p:sp>
        <p:nvSpPr>
          <p:cNvPr id="118" name="PlaceHolder 2"/>
          <p:cNvSpPr>
            <a:spLocks noGrp="1"/>
          </p:cNvSpPr>
          <p:nvPr>
            <p:ph/>
          </p:nvPr>
        </p:nvSpPr>
        <p:spPr>
          <a:xfrm>
            <a:off x="1704960" y="2305080"/>
            <a:ext cx="3819240" cy="2514240"/>
          </a:xfrm>
          <a:prstGeom prst="rect">
            <a:avLst/>
          </a:prstGeom>
          <a:noFill/>
          <a:ln w="0">
            <a:noFill/>
          </a:ln>
        </p:spPr>
        <p:txBody>
          <a:bodyPr lIns="91440" rIns="91440" tIns="91440" bIns="91440" anchor="b">
            <a:normAutofit lnSpcReduction="9999"/>
          </a:bodyPr>
          <a:p>
            <a:pPr indent="0">
              <a:lnSpc>
                <a:spcPct val="150000"/>
              </a:lnSpc>
              <a:buNone/>
              <a:tabLst>
                <a:tab algn="l" pos="0"/>
              </a:tabLst>
            </a:pPr>
            <a:r>
              <a:rPr b="0" lang="en-US" sz="1300" strike="noStrike" u="none">
                <a:solidFill>
                  <a:schemeClr val="dk1"/>
                </a:solidFill>
                <a:effectLst/>
                <a:uFillTx/>
                <a:latin typeface="Be Vietnam Pro Light"/>
                <a:ea typeface="Be Vietnam Pro Light"/>
              </a:rPr>
              <a:t>The training provided a thorough understanding of robust test automation practices, including modular test design with POM, efficient data-driven testing strategies, and integration into CI/CD pipelines. Leveraging AI-driven agents can significantly increase automation productivity by reducing manual effort in test creation and maintenance. These skills collectively promote high-quality, scalable automation solutions.</a:t>
            </a:r>
            <a:endParaRPr b="0" lang="fr-FR"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666720" y="495000"/>
            <a:ext cx="5086080" cy="1057320"/>
          </a:xfrm>
          <a:prstGeom prst="rect">
            <a:avLst/>
          </a:prstGeom>
          <a:noFill/>
          <a:ln w="0">
            <a:noFill/>
          </a:ln>
        </p:spPr>
        <p:txBody>
          <a:bodyPr lIns="91440" rIns="91440" tIns="91440" bIns="91440" anchor="b">
            <a:spAutoFit/>
          </a:bodyPr>
          <a:p>
            <a:pPr indent="0">
              <a:lnSpc>
                <a:spcPct val="100000"/>
              </a:lnSpc>
              <a:buNone/>
              <a:tabLst>
                <a:tab algn="l" pos="0"/>
              </a:tabLst>
            </a:pPr>
            <a:r>
              <a:rPr b="0" lang="en" sz="4000" strike="noStrike" u="none">
                <a:solidFill>
                  <a:schemeClr val="dk1"/>
                </a:solidFill>
                <a:effectLst/>
                <a:uFillTx/>
                <a:latin typeface="Aboreto"/>
                <a:ea typeface="Aboreto"/>
              </a:rPr>
              <a:t>Thank you</a:t>
            </a:r>
            <a:endParaRPr b="0" lang="fr-FR" sz="4000" strike="noStrike" u="none">
              <a:solidFill>
                <a:schemeClr val="dk1"/>
              </a:solidFill>
              <a:effectLst/>
              <a:uFillTx/>
              <a:latin typeface="Arial"/>
            </a:endParaRPr>
          </a:p>
        </p:txBody>
      </p:sp>
      <p:sp>
        <p:nvSpPr>
          <p:cNvPr id="120" name="PlaceHolder 2"/>
          <p:cNvSpPr>
            <a:spLocks noGrp="1"/>
          </p:cNvSpPr>
          <p:nvPr>
            <p:ph type="subTitle"/>
          </p:nvPr>
        </p:nvSpPr>
        <p:spPr>
          <a:xfrm>
            <a:off x="771480" y="1523880"/>
            <a:ext cx="4447800" cy="1229040"/>
          </a:xfrm>
          <a:prstGeom prst="rect">
            <a:avLst/>
          </a:prstGeom>
          <a:noFill/>
          <a:ln w="0">
            <a:noFill/>
          </a:ln>
        </p:spPr>
        <p:txBody>
          <a:bodyPr lIns="91440" rIns="91440" tIns="91440" bIns="91440" anchor="t">
            <a:spAutoFit/>
          </a:bodyPr>
          <a:p>
            <a:pPr indent="0">
              <a:lnSpc>
                <a:spcPct val="100000"/>
              </a:lnSpc>
              <a:buNone/>
              <a:tabLst>
                <a:tab algn="l" pos="0"/>
              </a:tabLst>
            </a:pPr>
            <a:r>
              <a:rPr b="0" lang="en" sz="1200" strike="noStrike" u="none">
                <a:solidFill>
                  <a:schemeClr val="dk1"/>
                </a:solidFill>
                <a:effectLst/>
                <a:uFillTx/>
                <a:latin typeface="Be Vietnam Pro Light"/>
                <a:ea typeface="Be Vietnam Pro Light"/>
              </a:rPr>
              <a:t>Do you have any questions?</a:t>
            </a:r>
            <a:endParaRPr b="0" lang="en-US" sz="1200" strike="noStrike" u="none">
              <a:solidFill>
                <a:srgbClr val="000000"/>
              </a:solidFill>
              <a:effectLst/>
              <a:uFillTx/>
              <a:latin typeface="OpenSymbol"/>
            </a:endParaRPr>
          </a:p>
          <a:p>
            <a:pPr indent="0">
              <a:lnSpc>
                <a:spcPct val="100000"/>
              </a:lnSpc>
              <a:spcBef>
                <a:spcPts val="1001"/>
              </a:spcBef>
              <a:buNone/>
              <a:tabLst>
                <a:tab algn="l" pos="0"/>
              </a:tabLst>
            </a:pPr>
            <a:r>
              <a:rPr b="0" lang="en" sz="1200" strike="noStrike" u="none">
                <a:solidFill>
                  <a:schemeClr val="dk1"/>
                </a:solidFill>
                <a:effectLst/>
                <a:uFillTx/>
                <a:latin typeface="Be Vietnam Pro Light"/>
                <a:ea typeface="Be Vietnam Pro Light"/>
              </a:rPr>
              <a:t>youremail@freepik.com</a:t>
            </a:r>
            <a:endParaRPr b="0" lang="en-US" sz="1200" strike="noStrike" u="none">
              <a:solidFill>
                <a:srgbClr val="000000"/>
              </a:solidFill>
              <a:effectLst/>
              <a:uFillTx/>
              <a:latin typeface="OpenSymbol"/>
            </a:endParaRPr>
          </a:p>
          <a:p>
            <a:pPr indent="0">
              <a:lnSpc>
                <a:spcPct val="100000"/>
              </a:lnSpc>
              <a:buNone/>
              <a:tabLst>
                <a:tab algn="l" pos="0"/>
              </a:tabLst>
            </a:pPr>
            <a:r>
              <a:rPr b="0" lang="en" sz="1200" strike="noStrike" u="none">
                <a:solidFill>
                  <a:schemeClr val="dk1"/>
                </a:solidFill>
                <a:effectLst/>
                <a:uFillTx/>
                <a:latin typeface="Be Vietnam Pro Light"/>
                <a:ea typeface="Be Vietnam Pro Light"/>
              </a:rPr>
              <a:t>+00 000 000 000</a:t>
            </a:r>
            <a:endParaRPr b="0" lang="en-US" sz="1200" strike="noStrike" u="none">
              <a:solidFill>
                <a:srgbClr val="000000"/>
              </a:solidFill>
              <a:effectLst/>
              <a:uFillTx/>
              <a:latin typeface="OpenSymbol"/>
            </a:endParaRPr>
          </a:p>
          <a:p>
            <a:pPr indent="0">
              <a:lnSpc>
                <a:spcPct val="100000"/>
              </a:lnSpc>
              <a:buNone/>
              <a:tabLst>
                <a:tab algn="l" pos="0"/>
              </a:tabLst>
            </a:pPr>
            <a:r>
              <a:rPr b="0" lang="en" sz="1200" strike="noStrike" u="none">
                <a:solidFill>
                  <a:schemeClr val="dk1"/>
                </a:solidFill>
                <a:effectLst/>
                <a:uFillTx/>
                <a:latin typeface="Be Vietnam Pro Light"/>
                <a:ea typeface="Be Vietnam Pro Light"/>
              </a:rPr>
              <a:t>yourwebsite.com</a:t>
            </a:r>
            <a:endParaRPr b="0" lang="en-US" sz="1200" strike="noStrike" u="none">
              <a:solidFill>
                <a:srgbClr val="000000"/>
              </a:solidFill>
              <a:effectLst/>
              <a:uFillTx/>
              <a:latin typeface="OpenSymbol"/>
            </a:endParaRPr>
          </a:p>
        </p:txBody>
      </p:sp>
      <p:grpSp>
        <p:nvGrpSpPr>
          <p:cNvPr id="121" name="Google Shape;334;p41"/>
          <p:cNvGrpSpPr/>
          <p:nvPr/>
        </p:nvGrpSpPr>
        <p:grpSpPr>
          <a:xfrm>
            <a:off x="841320" y="2755080"/>
            <a:ext cx="275760" cy="275760"/>
            <a:chOff x="841320" y="2755080"/>
            <a:chExt cx="275760" cy="275760"/>
          </a:xfrm>
        </p:grpSpPr>
        <p:sp>
          <p:nvSpPr>
            <p:cNvPr id="122" name="Google Shape;335;p41"/>
            <p:cNvSpPr/>
            <p:nvPr/>
          </p:nvSpPr>
          <p:spPr>
            <a:xfrm>
              <a:off x="841320" y="275508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 name="Google Shape;336;p41"/>
            <p:cNvSpPr/>
            <p:nvPr/>
          </p:nvSpPr>
          <p:spPr>
            <a:xfrm>
              <a:off x="905400" y="282060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 name="Google Shape;337;p41"/>
            <p:cNvSpPr/>
            <p:nvPr/>
          </p:nvSpPr>
          <p:spPr>
            <a:xfrm>
              <a:off x="1035000" y="279072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25" name="Google Shape;338;p41"/>
          <p:cNvGrpSpPr/>
          <p:nvPr/>
        </p:nvGrpSpPr>
        <p:grpSpPr>
          <a:xfrm>
            <a:off x="1489320" y="2773800"/>
            <a:ext cx="266400" cy="238320"/>
            <a:chOff x="1489320" y="2773800"/>
            <a:chExt cx="266400" cy="238320"/>
          </a:xfrm>
        </p:grpSpPr>
        <p:sp>
          <p:nvSpPr>
            <p:cNvPr id="126" name="Google Shape;339;p41"/>
            <p:cNvSpPr/>
            <p:nvPr/>
          </p:nvSpPr>
          <p:spPr>
            <a:xfrm>
              <a:off x="1498680" y="285804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7" name="Google Shape;340;p41"/>
            <p:cNvSpPr/>
            <p:nvPr/>
          </p:nvSpPr>
          <p:spPr>
            <a:xfrm>
              <a:off x="1489320" y="277380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8" name="Google Shape;341;p41"/>
            <p:cNvSpPr/>
            <p:nvPr/>
          </p:nvSpPr>
          <p:spPr>
            <a:xfrm>
              <a:off x="1591920" y="285804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29" name="Google Shape;342;p41"/>
          <p:cNvSpPr/>
          <p:nvPr/>
        </p:nvSpPr>
        <p:spPr>
          <a:xfrm>
            <a:off x="5905440" y="4143240"/>
            <a:ext cx="2714400" cy="2566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tabLst>
                <a:tab algn="l" pos="0"/>
              </a:tabLst>
            </a:pPr>
            <a:r>
              <a:rPr b="0" lang="en" sz="1000" strike="noStrike" u="none">
                <a:solidFill>
                  <a:schemeClr val="dk1"/>
                </a:solidFill>
                <a:effectLst/>
                <a:uFillTx/>
                <a:latin typeface="Arial"/>
              </a:rPr>
              <a:t>Please keep this slide for attribution</a:t>
            </a:r>
            <a:endParaRPr b="0" lang="en-US" sz="1000" strike="noStrike" u="none">
              <a:solidFill>
                <a:srgbClr val="000000"/>
              </a:solidFill>
              <a:effectLst/>
              <a:uFillTx/>
              <a:latin typeface="OpenSymbol"/>
            </a:endParaRPr>
          </a:p>
        </p:txBody>
      </p:sp>
      <p:sp>
        <p:nvSpPr>
          <p:cNvPr id="130" name="Google Shape;343;p41"/>
          <p:cNvSpPr/>
          <p:nvPr/>
        </p:nvSpPr>
        <p:spPr>
          <a:xfrm>
            <a:off x="2128320" y="2756160"/>
            <a:ext cx="268200" cy="273960"/>
          </a:xfrm>
          <a:custGeom>
            <a:avLst/>
            <a:gdLst>
              <a:gd name="textAreaLeft" fmla="*/ 0 w 268200"/>
              <a:gd name="textAreaRight" fmla="*/ 268560 w 268200"/>
              <a:gd name="textAreaTop" fmla="*/ 0 h 273960"/>
              <a:gd name="textAreaBottom" fmla="*/ 274320 h 273960"/>
            </a:gdLst>
            <a:ahLst/>
            <a:cxn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I Tools News by Slidesgo">
  <a:themeElements>
    <a:clrScheme name="Simple Light">
      <a:dk1>
        <a:srgbClr val="191919"/>
      </a:dk1>
      <a:lt1>
        <a:srgbClr val="ffffff"/>
      </a:lt1>
      <a:dk2>
        <a:srgbClr val="595959"/>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2026-02-08T16:20:30Z</dcterms:created>
  <dc:creator>Unknown Creator</dc:creator>
  <dc:description/>
  <dc:language>en-US</dc:language>
  <cp:lastModifiedBy>Unknown Creator</cp:lastModifiedBy>
  <dcterms:modified xsi:type="dcterms:W3CDTF">2026-02-08T16:20:30Z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